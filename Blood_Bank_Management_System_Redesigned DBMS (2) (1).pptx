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837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120640" cy="5120640"/>
          </a:xfrm>
          <a:prstGeom prst="ellipse">
            <a:avLst/>
          </a:prstGeom>
          <a:solidFill>
            <a:srgbClr val="8E1B2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C1272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914400" cy="9144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5" name="Image 0" descr="icons/dropl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51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48840"/>
            <a:ext cx="8778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BANK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E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Database Management Application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166360"/>
            <a:ext cx="2743200" cy="0"/>
          </a:xfrm>
          <a:prstGeom prst="line">
            <a:avLst/>
          </a:prstGeom>
          <a:noFill/>
          <a:ln w="19050">
            <a:solidFill>
              <a:srgbClr val="C127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349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Akshitha Reddy - 2520030233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Meghana Sai - 2520030245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Vida Swetha - 2520030100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BgAccent1"/>
          <p:cNvSpPr/>
          <p:nvPr/>
        </p:nvSpPr>
        <p:spPr>
          <a:xfrm>
            <a:off x="10450000" y="-1950000"/>
            <a:ext cx="4300000" cy="4300000"/>
          </a:xfrm>
          <a:prstGeom prst="ellipse">
            <a:avLst/>
          </a:prstGeom>
          <a:solidFill>
            <a:srgbClr val="8E1B20">
              <a:alpha val="7000"/>
            </a:srgbClr>
          </a:solidFill>
          <a:ln/>
        </p:spPr>
      </p:sp>
      <p:sp>
        <p:nvSpPr>
          <p:cNvPr id="901" name="BgAccent2"/>
          <p:cNvSpPr/>
          <p:nvPr/>
        </p:nvSpPr>
        <p:spPr>
          <a:xfrm>
            <a:off x="-1550000" y="5250000"/>
            <a:ext cx="3200000" cy="3200000"/>
          </a:xfrm>
          <a:prstGeom prst="ellipse">
            <a:avLst/>
          </a:prstGeom>
          <a:solidFill>
            <a:srgbClr val="1B2A4A">
              <a:alpha val="5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idea, problem background and proposed 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7" y="18374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099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Background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02666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blood-bank record management can be time-consuming.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of donors and blood units may lead to errors or delays.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required blood-group information becomes difficult when records are not centralized.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41732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709928"/>
            <a:ext cx="566928" cy="566928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1" name="Image 1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279" y="1837487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7099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2468880"/>
            <a:ext cx="302666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application for donors, blood stock, hospitals and blood requests.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donor details, blood groups, donation records, inventory and requests.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users can add, update, search and manage blood-related records.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41732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17099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191" y="1837487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8864" y="17099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Database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85632" y="2468880"/>
            <a:ext cx="302666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handles application logic and API communication.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stores information in an organized structure.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inserting, updating, deleting and retrieving records.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improve accuracy, reduce manual work and make inventory management reliable.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MANAGEMENT SYSTEM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BgAccent1"/>
          <p:cNvSpPr/>
          <p:nvPr/>
        </p:nvSpPr>
        <p:spPr>
          <a:xfrm>
            <a:off x="10450000" y="-1950000"/>
            <a:ext cx="4300000" cy="4300000"/>
          </a:xfrm>
          <a:prstGeom prst="ellipse">
            <a:avLst/>
          </a:prstGeom>
          <a:solidFill>
            <a:srgbClr val="8E1B20">
              <a:alpha val="7000"/>
            </a:srgbClr>
          </a:solidFill>
          <a:ln/>
        </p:spPr>
      </p:sp>
      <p:sp>
        <p:nvSpPr>
          <p:cNvPr id="901" name="BgAccent2"/>
          <p:cNvSpPr/>
          <p:nvPr/>
        </p:nvSpPr>
        <p:spPr>
          <a:xfrm>
            <a:off x="-1550000" y="5250000"/>
            <a:ext cx="3200000" cy="3200000"/>
          </a:xfrm>
          <a:prstGeom prst="ellipse">
            <a:avLst/>
          </a:prstGeom>
          <a:solidFill>
            <a:srgbClr val="1B2A4A">
              <a:alpha val="5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 – 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administration, donor and blood-stock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916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F4E9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916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9544" y="167335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988" y="1796796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13055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Login &amp; Dashboard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9808" y="2651760"/>
            <a:ext cx="302666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788920"/>
            <a:ext cx="30266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secure access for the administrator.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credentials are checked before management functions are accessed.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acts as the central control point for project modules.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admin to manage donors, stock, hospitals and requests.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handles login requests and dashboard data through APIs.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141732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6916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F4E9E8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6916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77456" y="167335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1" descr="icons/userplu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1796796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7720" y="213055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Management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617720" y="2651760"/>
            <a:ext cx="302666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17720" y="2788920"/>
            <a:ext cx="30266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donor details and blood-group information.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Donor – creates a new donor record.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Donor – updates existing donor information.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Donor – removes a donor record when required.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Donors – retrieves donor records from the database.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performs CRUD operations through REST APIs.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93024" y="141732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85632" y="16916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F4E9E8"/>
          </a:solidFill>
          <a:ln/>
        </p:spPr>
      </p:sp>
      <p:sp>
        <p:nvSpPr>
          <p:cNvPr id="22" name="Text 18"/>
          <p:cNvSpPr/>
          <p:nvPr/>
        </p:nvSpPr>
        <p:spPr>
          <a:xfrm>
            <a:off x="8485632" y="16916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0945368" y="167335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2" descr="icons/dropl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8812" y="1796796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85632" y="213055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Stock Management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8485632" y="2651760"/>
            <a:ext cx="302666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485632" y="2788920"/>
            <a:ext cx="30266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available blood units for different blood groups.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Blood Units – records newly available units.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Stock – changes quantity when stock changes.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Stock – removes incorrect/unwanted stock records.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Blood – retrieves current availability.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updates the database when inventory changes.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MANAGEMENT SYSTEM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BgAccent1"/>
          <p:cNvSpPr/>
          <p:nvPr/>
        </p:nvSpPr>
        <p:spPr>
          <a:xfrm>
            <a:off x="10450000" y="-1950000"/>
            <a:ext cx="4300000" cy="4300000"/>
          </a:xfrm>
          <a:prstGeom prst="ellipse">
            <a:avLst/>
          </a:prstGeom>
          <a:solidFill>
            <a:srgbClr val="8E1B20">
              <a:alpha val="7000"/>
            </a:srgbClr>
          </a:solidFill>
          <a:ln/>
        </p:spPr>
      </p:sp>
      <p:sp>
        <p:nvSpPr>
          <p:cNvPr id="901" name="BgAccent2"/>
          <p:cNvSpPr/>
          <p:nvPr/>
        </p:nvSpPr>
        <p:spPr>
          <a:xfrm>
            <a:off x="-1550000" y="5250000"/>
            <a:ext cx="3200000" cy="3200000"/>
          </a:xfrm>
          <a:prstGeom prst="ellipse">
            <a:avLst/>
          </a:prstGeom>
          <a:solidFill>
            <a:srgbClr val="1B2A4A">
              <a:alpha val="5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 – II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management, request processing and reporting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916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F4E9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916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9544" y="167335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icons/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988" y="1796796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13055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9808" y="2651760"/>
            <a:ext cx="302666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788920"/>
            <a:ext cx="30266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hospital information in the database.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Hospital – creates a new hospital record.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Hospital – modifies existing hospital details.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Hospital – removes outdated records.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Hospitals – retrieves registered hospitals.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information is used when processing blood requests.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141732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6916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F4E9E8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6916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77456" y="167335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1" descr="icons/se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1796796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7720" y="213055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Request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617720" y="2651760"/>
            <a:ext cx="302666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17720" y="2788920"/>
            <a:ext cx="30266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submits a request for required blood.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receives and processes the request through a REST API.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the request and chooses approve or reject.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requests update the blood-stock quantity.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requests do not reduce available stock.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status is stored for future reference.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93024" y="141732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85632" y="169164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F4E9E8"/>
          </a:solidFill>
          <a:ln/>
        </p:spPr>
      </p:sp>
      <p:sp>
        <p:nvSpPr>
          <p:cNvPr id="22" name="Text 18"/>
          <p:cNvSpPr/>
          <p:nvPr/>
        </p:nvSpPr>
        <p:spPr>
          <a:xfrm>
            <a:off x="8485632" y="16916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0945368" y="167335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2" descr="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8812" y="1796796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85632" y="213055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8485632" y="2651760"/>
            <a:ext cx="302666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485632" y="2788920"/>
            <a:ext cx="30266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useful information from database records.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Donors – number of registered donors.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Blood Units – available inventory information.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Blood Groups – groups currently available.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Requests – latest hospital blood requests.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depend on database retrieval/query operations.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MANAGEMENT SYSTEM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BgAccent1"/>
          <p:cNvSpPr/>
          <p:nvPr/>
        </p:nvSpPr>
        <p:spPr>
          <a:xfrm>
            <a:off x="10450000" y="-1950000"/>
            <a:ext cx="4300000" cy="4300000"/>
          </a:xfrm>
          <a:prstGeom prst="ellipse">
            <a:avLst/>
          </a:prstGeom>
          <a:solidFill>
            <a:srgbClr val="8E1B20">
              <a:alpha val="7000"/>
            </a:srgbClr>
          </a:solidFill>
          <a:ln/>
        </p:spPr>
      </p:sp>
      <p:sp>
        <p:nvSpPr>
          <p:cNvPr id="901" name="BgAccent2"/>
          <p:cNvSpPr/>
          <p:nvPr/>
        </p:nvSpPr>
        <p:spPr>
          <a:xfrm>
            <a:off x="-1550000" y="5250000"/>
            <a:ext cx="3200000" cy="3200000"/>
          </a:xfrm>
          <a:prstGeom prst="ellipse">
            <a:avLst/>
          </a:prstGeom>
          <a:solidFill>
            <a:srgbClr val="1B2A4A">
              <a:alpha val="5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database, API and testing technologies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157984" cy="475488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1801368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141" y="194950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060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3337560"/>
            <a:ext cx="170078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35204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server-side application.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API requests asynchronously.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798064" y="1508760"/>
            <a:ext cx="2157984" cy="475488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7872" y="1801368"/>
            <a:ext cx="658368" cy="658368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3" name="Image 1" descr="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005" y="1949501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26060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889504" y="297180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026664" y="3337560"/>
            <a:ext cx="170078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62656" y="35204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REST API routes.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requests, responses and middleware.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5138928" y="1508760"/>
            <a:ext cx="2157984" cy="475488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88736" y="1801368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2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6869" y="1949501"/>
            <a:ext cx="362102" cy="3621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30368" y="26060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30368" y="297180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367528" y="3337560"/>
            <a:ext cx="170078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303520" y="35204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project records.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structured relational data and SQL queries.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7479792" y="1508760"/>
            <a:ext cx="2157984" cy="475488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29600" y="1801368"/>
            <a:ext cx="658368" cy="658368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7" name="Image 3" descr="icons/shar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733" y="1949501"/>
            <a:ext cx="362102" cy="36210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71232" y="26060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571232" y="297180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708392" y="3337560"/>
            <a:ext cx="170078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644384" y="35204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HTTP methods such as GET, POST, PUT and DELETE.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client operations with backend logic.</a:t>
            </a:r>
            <a:endParaRPr lang="en-US" sz="980" dirty="0"/>
          </a:p>
        </p:txBody>
      </p:sp>
      <p:sp>
        <p:nvSpPr>
          <p:cNvPr id="32" name="Shape 26"/>
          <p:cNvSpPr/>
          <p:nvPr/>
        </p:nvSpPr>
        <p:spPr>
          <a:xfrm>
            <a:off x="9820656" y="1508760"/>
            <a:ext cx="2157984" cy="475488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570464" y="1801368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4" name="Image 4" descr="icons/checksqu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597" y="1949501"/>
            <a:ext cx="362102" cy="36210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912096" y="26060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9912096" y="297180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10049256" y="3337560"/>
            <a:ext cx="1700784" cy="0"/>
          </a:xfrm>
          <a:prstGeom prst="line">
            <a:avLst/>
          </a:prstGeom>
          <a:noFill/>
          <a:ln w="12700">
            <a:solidFill>
              <a:srgbClr val="E8E6E4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985248" y="35204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API requests during development.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verify responses and backend workflows.</a:t>
            </a:r>
            <a:endParaRPr lang="en-US" sz="980" dirty="0"/>
          </a:p>
        </p:txBody>
      </p:sp>
      <p:sp>
        <p:nvSpPr>
          <p:cNvPr id="39" name="Text 3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MANAGEMENT SYSTEM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BgAccent1"/>
          <p:cNvSpPr/>
          <p:nvPr/>
        </p:nvSpPr>
        <p:spPr>
          <a:xfrm>
            <a:off x="10450000" y="-1950000"/>
            <a:ext cx="4300000" cy="4300000"/>
          </a:xfrm>
          <a:prstGeom prst="ellipse">
            <a:avLst/>
          </a:prstGeom>
          <a:solidFill>
            <a:srgbClr val="8E1B20">
              <a:alpha val="7000"/>
            </a:srgbClr>
          </a:solidFill>
          <a:ln/>
        </p:spPr>
      </p:sp>
      <p:sp>
        <p:nvSpPr>
          <p:cNvPr id="901" name="BgAccent2"/>
          <p:cNvSpPr/>
          <p:nvPr/>
        </p:nvSpPr>
        <p:spPr>
          <a:xfrm>
            <a:off x="-1550000" y="5250000"/>
            <a:ext cx="3200000" cy="3200000"/>
          </a:xfrm>
          <a:prstGeom prst="ellipse">
            <a:avLst/>
          </a:prstGeom>
          <a:solidFill>
            <a:srgbClr val="1B2A4A">
              <a:alpha val="5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45720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Database Interaction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main project modules communicate with MySQL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" name="Image 0" descr="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413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417320"/>
            <a:ext cx="1252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Request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14600" y="141732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898648" y="1417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9" name="Image 1" descr="icons/sha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16413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1417320"/>
            <a:ext cx="1252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773168" y="141732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157216" y="1417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3" name="Image 2" descr="icons/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6413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87568" y="1417320"/>
            <a:ext cx="1252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031736" y="141732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7415784" y="1417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7" name="Image 3" descr="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6413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46136" y="1417320"/>
            <a:ext cx="1252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Query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9290304" y="141732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9674352" y="1417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C1272D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1" name="Image 4" descr="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0656" y="164134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04704" y="1417320"/>
            <a:ext cx="1252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57200" y="260604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13232" y="284378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5" name="Image 5" descr="icons/userplu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102" y="2946654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98448" y="28437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Add Donor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13232" y="3474720"/>
            <a:ext cx="309981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donor details.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receives POST request.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validates and processes input.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stores the donor record.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returns the result.</a:t>
            </a:r>
            <a:endParaRPr lang="en-US" sz="1080" dirty="0"/>
          </a:p>
        </p:txBody>
      </p:sp>
      <p:sp>
        <p:nvSpPr>
          <p:cNvPr id="28" name="Shape 20"/>
          <p:cNvSpPr/>
          <p:nvPr/>
        </p:nvSpPr>
        <p:spPr>
          <a:xfrm>
            <a:off x="4325112" y="260604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581144" y="284378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6" descr="icons/drople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4014" y="2946654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66360" y="28437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View Blood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581144" y="3474720"/>
            <a:ext cx="309981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blood availability.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receives GET request.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 retrieves stock information.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formats the response.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blood is returned to the client.</a:t>
            </a:r>
            <a:endParaRPr lang="en-US" sz="1080" dirty="0"/>
          </a:p>
        </p:txBody>
      </p:sp>
      <p:sp>
        <p:nvSpPr>
          <p:cNvPr id="33" name="Shape 24"/>
          <p:cNvSpPr/>
          <p:nvPr/>
        </p:nvSpPr>
        <p:spPr>
          <a:xfrm>
            <a:off x="8193024" y="260604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8E6E4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8449056" y="2843784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5" name="Image 7" descr="icons/sen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1926" y="2946654"/>
            <a:ext cx="251460" cy="2514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34272" y="28437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Blood Request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8449056" y="3474720"/>
            <a:ext cx="309981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submits a request.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checks request and stock data.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approves/rejects.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request changes stock in MySQL.</a:t>
            </a:r>
            <a:endParaRPr lang="en-US" sz="108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status is returned.</a:t>
            </a:r>
            <a:endParaRPr lang="en-US" sz="1080" dirty="0"/>
          </a:p>
        </p:txBody>
      </p:sp>
      <p:sp>
        <p:nvSpPr>
          <p:cNvPr id="38" name="Text 2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MANAGEMENT SYSTEM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8E1B2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480560"/>
            <a:ext cx="3840480" cy="3840480"/>
          </a:xfrm>
          <a:prstGeom prst="ellipse">
            <a:avLst/>
          </a:prstGeom>
          <a:solidFill>
            <a:srgbClr val="C1272D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5" name="Image 0" descr="icons/dropl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782" y="2177186"/>
            <a:ext cx="583387" cy="5833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46120"/>
            <a:ext cx="12188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0" y="3950208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E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MANAGEMENT SYSTEM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80076" y="4526280"/>
            <a:ext cx="1828800" cy="0"/>
          </a:xfrm>
          <a:prstGeom prst="line">
            <a:avLst/>
          </a:prstGeom>
          <a:noFill/>
          <a:ln w="19050">
            <a:solidFill>
              <a:srgbClr val="C127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•  REST API  •  MySQL  •  Database Management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Microsoft Office PowerPoint</Application>
  <PresentationFormat>Widescreen</PresentationFormat>
  <Paragraphs>143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Meghana Sai</cp:lastModifiedBy>
  <cp:revision>2</cp:revision>
  <dcterms:created xsi:type="dcterms:W3CDTF">2026-08-11T15:54:17Z</dcterms:created>
  <dcterms:modified xsi:type="dcterms:W3CDTF">2026-08-11T17:13:39Z</dcterms:modified>
</cp:coreProperties>
</file>