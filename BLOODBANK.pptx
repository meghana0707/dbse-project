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60" r:id="rId2"/>
  </p:sldMasterIdLst>
  <p:notesMasterIdLst>
    <p:notesMasterId r:id="rId16"/>
  </p:notesMasterIdLst>
  <p:handoutMasterIdLst>
    <p:handoutMasterId r:id="rId17"/>
  </p:handoutMasterIdLst>
  <p:sldIdLst>
    <p:sldId id="258" r:id="rId3"/>
    <p:sldId id="377" r:id="rId4"/>
    <p:sldId id="391" r:id="rId5"/>
    <p:sldId id="392" r:id="rId6"/>
    <p:sldId id="393" r:id="rId7"/>
    <p:sldId id="394" r:id="rId8"/>
    <p:sldId id="395" r:id="rId9"/>
    <p:sldId id="396" r:id="rId10"/>
    <p:sldId id="399" r:id="rId11"/>
    <p:sldId id="398" r:id="rId12"/>
    <p:sldId id="397" r:id="rId13"/>
    <p:sldId id="374" r:id="rId14"/>
    <p:sldId id="332"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479D78E-41F3-A1F4-EC04-02F424684A7A}" name="usha rani" initials="ur" userId="ac3da7c9ac03e58b"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1189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4066899-C096-4686-B300-E1D6AA42CDE9}" v="18" dt="2026-07-02T16:12:21.471"/>
    <p1510:client id="{E9B0078F-71CD-40F1-B7A0-85484F5377DB}" v="8" dt="2026-07-03T06:55:41.515"/>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912C8C85-51F0-491E-9774-3900AFEF0FD7}" styleName="Light Style 2 - Accent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89" autoAdjust="0"/>
    <p:restoredTop sz="95033" autoAdjust="0"/>
  </p:normalViewPr>
  <p:slideViewPr>
    <p:cSldViewPr snapToGrid="0" snapToObjects="1">
      <p:cViewPr>
        <p:scale>
          <a:sx n="58" d="100"/>
          <a:sy n="58" d="100"/>
        </p:scale>
        <p:origin x="884" y="308"/>
      </p:cViewPr>
      <p:guideLst>
        <p:guide orient="horz" pos="2160"/>
        <p:guide pos="3840"/>
      </p:guideLst>
    </p:cSldViewPr>
  </p:slideViewPr>
  <p:outlineViewPr>
    <p:cViewPr>
      <p:scale>
        <a:sx n="33" d="100"/>
        <a:sy n="33" d="100"/>
      </p:scale>
      <p:origin x="0" y="-10094"/>
    </p:cViewPr>
  </p:outlineViewPr>
  <p:notesTextViewPr>
    <p:cViewPr>
      <p:scale>
        <a:sx n="1" d="1"/>
        <a:sy n="1" d="1"/>
      </p:scale>
      <p:origin x="0" y="0"/>
    </p:cViewPr>
  </p:notesTextViewPr>
  <p:notesViewPr>
    <p:cSldViewPr snapToGrid="0" snapToObjects="1">
      <p:cViewPr varScale="1">
        <p:scale>
          <a:sx n="62" d="100"/>
          <a:sy n="62" d="100"/>
        </p:scale>
        <p:origin x="3226" y="77"/>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handoutMaster" Target="handoutMasters/handoutMaster1.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8/10/relationships/authors" Target="authors.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8EFD0E32-84B7-61F7-BC6E-7F3D3E58F422}"/>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28D96D9-5F98-A44D-2018-D6A2A308A4F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469F6064-4237-BA4C-A655-B64A9E0DF723}" type="datetimeFigureOut">
              <a:rPr lang="en-US" smtClean="0"/>
              <a:t>8/17/2026</a:t>
            </a:fld>
            <a:endParaRPr lang="en-US"/>
          </a:p>
        </p:txBody>
      </p:sp>
      <p:sp>
        <p:nvSpPr>
          <p:cNvPr id="4" name="Footer Placeholder 3">
            <a:extLst>
              <a:ext uri="{FF2B5EF4-FFF2-40B4-BE49-F238E27FC236}">
                <a16:creationId xmlns:a16="http://schemas.microsoft.com/office/drawing/2014/main" id="{DA93AFF6-B32C-BF80-479E-15EDD755C5E9}"/>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911E1A79-2016-95C1-5829-B295A2C9857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EFBAABA-A336-9B4F-BB34-8D7F4005576F}" type="slidenum">
              <a:rPr lang="en-US" smtClean="0"/>
              <a:t>‹#›</a:t>
            </a:fld>
            <a:endParaRPr lang="en-US"/>
          </a:p>
        </p:txBody>
      </p:sp>
      <p:pic>
        <p:nvPicPr>
          <p:cNvPr id="7" name="Picture 6">
            <a:extLst>
              <a:ext uri="{FF2B5EF4-FFF2-40B4-BE49-F238E27FC236}">
                <a16:creationId xmlns:a16="http://schemas.microsoft.com/office/drawing/2014/main" id="{3E12229D-753E-D112-EA38-F8EB6301E656}"/>
              </a:ext>
            </a:extLst>
          </p:cNvPr>
          <p:cNvPicPr>
            <a:picLocks noChangeAspect="1"/>
          </p:cNvPicPr>
          <p:nvPr/>
        </p:nvPicPr>
        <p:blipFill>
          <a:blip r:embed="rId2"/>
          <a:stretch>
            <a:fillRect/>
          </a:stretch>
        </p:blipFill>
        <p:spPr>
          <a:xfrm>
            <a:off x="0" y="0"/>
            <a:ext cx="1116374" cy="458788"/>
          </a:xfrm>
          <a:prstGeom prst="rect">
            <a:avLst/>
          </a:prstGeom>
        </p:spPr>
      </p:pic>
    </p:spTree>
    <p:extLst>
      <p:ext uri="{BB962C8B-B14F-4D97-AF65-F5344CB8AC3E}">
        <p14:creationId xmlns:p14="http://schemas.microsoft.com/office/powerpoint/2010/main" val="2590585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5A854B6-73EE-3647-B9F0-9FDDAF047BDA}" type="datetimeFigureOut">
              <a:rPr lang="en-US" smtClean="0"/>
              <a:t>8/17/2026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extLst>
      <p:ext uri="{BB962C8B-B14F-4D97-AF65-F5344CB8AC3E}">
        <p14:creationId xmlns:p14="http://schemas.microsoft.com/office/powerpoint/2010/main" val="41871552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68329816-4D5E-3B44-810B-F5C416F14AE8}" type="slidenum">
              <a:rPr lang="en-US" smtClean="0"/>
              <a:t>1</a:t>
            </a:fld>
            <a:endParaRPr lang="en-US"/>
          </a:p>
        </p:txBody>
      </p:sp>
    </p:spTree>
    <p:extLst>
      <p:ext uri="{BB962C8B-B14F-4D97-AF65-F5344CB8AC3E}">
        <p14:creationId xmlns:p14="http://schemas.microsoft.com/office/powerpoint/2010/main" val="3388220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5"/>
          </p:nvPr>
        </p:nvSpPr>
        <p:spPr/>
        <p:txBody>
          <a:bodyPr/>
          <a:lstStyle/>
          <a:p>
            <a:fld id="{68329816-4D5E-3B44-810B-F5C416F14AE8}" type="slidenum">
              <a:rPr lang="en-US" smtClean="0"/>
              <a:t>2</a:t>
            </a:fld>
            <a:endParaRPr lang="en-US"/>
          </a:p>
        </p:txBody>
      </p:sp>
    </p:spTree>
    <p:extLst>
      <p:ext uri="{BB962C8B-B14F-4D97-AF65-F5344CB8AC3E}">
        <p14:creationId xmlns:p14="http://schemas.microsoft.com/office/powerpoint/2010/main" val="85871033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489486-861A-2ECA-4D40-39E5F67E8E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1C5A513-C79F-B540-0019-433BDBACF3A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2E0A3D1-26CD-4F17-E4CA-311B4310EE1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6467B8-2D06-EBB4-C77E-EA980BEAC23E}"/>
              </a:ext>
            </a:extLst>
          </p:cNvPr>
          <p:cNvSpPr>
            <a:spLocks noGrp="1"/>
          </p:cNvSpPr>
          <p:nvPr>
            <p:ph type="sldNum" sz="quarter" idx="5"/>
          </p:nvPr>
        </p:nvSpPr>
        <p:spPr/>
        <p:txBody>
          <a:bodyPr/>
          <a:lstStyle/>
          <a:p>
            <a:fld id="{68329816-4D5E-3B44-810B-F5C416F14AE8}" type="slidenum">
              <a:rPr lang="en-US" smtClean="0"/>
              <a:t>3</a:t>
            </a:fld>
            <a:endParaRPr lang="en-US"/>
          </a:p>
        </p:txBody>
      </p:sp>
    </p:spTree>
    <p:extLst>
      <p:ext uri="{BB962C8B-B14F-4D97-AF65-F5344CB8AC3E}">
        <p14:creationId xmlns:p14="http://schemas.microsoft.com/office/powerpoint/2010/main" val="252619472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84FB51-0CCD-7E30-006C-24572EE0C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5B3405-B72E-77E8-AC88-39C8BF27F8D2}"/>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7B247CED-38BD-61BC-C289-9935025A3DF4}"/>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073F3921-5CCB-99B2-BEAE-679945FC10B6}"/>
              </a:ext>
            </a:extLst>
          </p:cNvPr>
          <p:cNvSpPr>
            <a:spLocks noGrp="1"/>
          </p:cNvSpPr>
          <p:nvPr>
            <p:ph type="sldNum" sz="quarter" idx="5"/>
          </p:nvPr>
        </p:nvSpPr>
        <p:spPr/>
        <p:txBody>
          <a:bodyPr/>
          <a:lstStyle/>
          <a:p>
            <a:fld id="{68329816-4D5E-3B44-810B-F5C416F14AE8}" type="slidenum">
              <a:rPr lang="en-US" smtClean="0"/>
              <a:t>4</a:t>
            </a:fld>
            <a:endParaRPr lang="en-US"/>
          </a:p>
        </p:txBody>
      </p:sp>
    </p:spTree>
    <p:extLst>
      <p:ext uri="{BB962C8B-B14F-4D97-AF65-F5344CB8AC3E}">
        <p14:creationId xmlns:p14="http://schemas.microsoft.com/office/powerpoint/2010/main" val="1865306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31CFD8-ECD5-0783-2AB0-ACFC3273EB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7F17B-D2F6-662D-52FF-83B2BA2D252D}"/>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065DD85-E53A-AA51-8A24-6FD75FA0A7BF}"/>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FBC8F9F-8E69-312B-01C2-05B902ACFE43}"/>
              </a:ext>
            </a:extLst>
          </p:cNvPr>
          <p:cNvSpPr>
            <a:spLocks noGrp="1"/>
          </p:cNvSpPr>
          <p:nvPr>
            <p:ph type="sldNum" sz="quarter" idx="5"/>
          </p:nvPr>
        </p:nvSpPr>
        <p:spPr/>
        <p:txBody>
          <a:bodyPr/>
          <a:lstStyle/>
          <a:p>
            <a:fld id="{68329816-4D5E-3B44-810B-F5C416F14AE8}" type="slidenum">
              <a:rPr lang="en-US" smtClean="0"/>
              <a:t>5</a:t>
            </a:fld>
            <a:endParaRPr lang="en-US"/>
          </a:p>
        </p:txBody>
      </p:sp>
    </p:spTree>
    <p:extLst>
      <p:ext uri="{BB962C8B-B14F-4D97-AF65-F5344CB8AC3E}">
        <p14:creationId xmlns:p14="http://schemas.microsoft.com/office/powerpoint/2010/main" val="13402778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4A3961-5DE8-686E-3894-1EC4CE3589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96716B-DE78-BE6A-065C-700B8CB01721}"/>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5D0C432-4A58-F09A-00A6-554859B76F70}"/>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4764D428-282E-3F76-CEAD-7497380C202A}"/>
              </a:ext>
            </a:extLst>
          </p:cNvPr>
          <p:cNvSpPr>
            <a:spLocks noGrp="1"/>
          </p:cNvSpPr>
          <p:nvPr>
            <p:ph type="sldNum" sz="quarter" idx="5"/>
          </p:nvPr>
        </p:nvSpPr>
        <p:spPr/>
        <p:txBody>
          <a:bodyPr/>
          <a:lstStyle/>
          <a:p>
            <a:fld id="{68329816-4D5E-3B44-810B-F5C416F14AE8}" type="slidenum">
              <a:rPr lang="en-US" smtClean="0"/>
              <a:t>6</a:t>
            </a:fld>
            <a:endParaRPr lang="en-US"/>
          </a:p>
        </p:txBody>
      </p:sp>
    </p:spTree>
    <p:extLst>
      <p:ext uri="{BB962C8B-B14F-4D97-AF65-F5344CB8AC3E}">
        <p14:creationId xmlns:p14="http://schemas.microsoft.com/office/powerpoint/2010/main" val="16054594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0577CB-4429-8372-ECF7-B3B85B0AAB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95E879B-CAC4-B338-544C-CF4E8482F2CF}"/>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3DAC0575-544B-58B3-87C9-8D914A1D0DC5}"/>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EB215F5-CFE1-7F26-9CD8-10AC466630CA}"/>
              </a:ext>
            </a:extLst>
          </p:cNvPr>
          <p:cNvSpPr>
            <a:spLocks noGrp="1"/>
          </p:cNvSpPr>
          <p:nvPr>
            <p:ph type="sldNum" sz="quarter" idx="5"/>
          </p:nvPr>
        </p:nvSpPr>
        <p:spPr/>
        <p:txBody>
          <a:bodyPr/>
          <a:lstStyle/>
          <a:p>
            <a:fld id="{68329816-4D5E-3B44-810B-F5C416F14AE8}" type="slidenum">
              <a:rPr lang="en-US" smtClean="0"/>
              <a:t>7</a:t>
            </a:fld>
            <a:endParaRPr lang="en-US"/>
          </a:p>
        </p:txBody>
      </p:sp>
    </p:spTree>
    <p:extLst>
      <p:ext uri="{BB962C8B-B14F-4D97-AF65-F5344CB8AC3E}">
        <p14:creationId xmlns:p14="http://schemas.microsoft.com/office/powerpoint/2010/main" val="2699944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744B66-EC91-2BD6-7D3F-FB9E75F43E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810EFCE-537F-8314-27E9-BA17DC4235B6}"/>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BA71D28A-95EE-C579-9938-AA572448742B}"/>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37DA88E0-9C15-85FD-D2EF-741091DD3E66}"/>
              </a:ext>
            </a:extLst>
          </p:cNvPr>
          <p:cNvSpPr>
            <a:spLocks noGrp="1"/>
          </p:cNvSpPr>
          <p:nvPr>
            <p:ph type="sldNum" sz="quarter" idx="5"/>
          </p:nvPr>
        </p:nvSpPr>
        <p:spPr/>
        <p:txBody>
          <a:bodyPr/>
          <a:lstStyle/>
          <a:p>
            <a:fld id="{68329816-4D5E-3B44-810B-F5C416F14AE8}" type="slidenum">
              <a:rPr lang="en-US" smtClean="0"/>
              <a:t>8</a:t>
            </a:fld>
            <a:endParaRPr lang="en-US"/>
          </a:p>
        </p:txBody>
      </p:sp>
    </p:spTree>
    <p:extLst>
      <p:ext uri="{BB962C8B-B14F-4D97-AF65-F5344CB8AC3E}">
        <p14:creationId xmlns:p14="http://schemas.microsoft.com/office/powerpoint/2010/main" val="16454067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5F951-A117-CDC7-2655-521DA25651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34EA41-0848-16DB-3F2F-0781B7249ABC}"/>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062D8E38-F559-71DB-7654-32CD265E5C72}"/>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D8A7002C-6150-D92B-67C3-9CEF713DAEFC}"/>
              </a:ext>
            </a:extLst>
          </p:cNvPr>
          <p:cNvSpPr>
            <a:spLocks noGrp="1"/>
          </p:cNvSpPr>
          <p:nvPr>
            <p:ph type="sldNum" sz="quarter" idx="5"/>
          </p:nvPr>
        </p:nvSpPr>
        <p:spPr/>
        <p:txBody>
          <a:bodyPr/>
          <a:lstStyle/>
          <a:p>
            <a:fld id="{68329816-4D5E-3B44-810B-F5C416F14AE8}" type="slidenum">
              <a:rPr lang="en-US" smtClean="0"/>
              <a:t>9</a:t>
            </a:fld>
            <a:endParaRPr lang="en-US"/>
          </a:p>
        </p:txBody>
      </p:sp>
    </p:spTree>
    <p:extLst>
      <p:ext uri="{BB962C8B-B14F-4D97-AF65-F5344CB8AC3E}">
        <p14:creationId xmlns:p14="http://schemas.microsoft.com/office/powerpoint/2010/main" val="13210087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192C9F-32E2-1DF3-D933-ED26BBAABE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CBD77D-896E-36B8-476D-3DB9858E9458}"/>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21481400-FC6F-EC9E-B10C-065E4BC062AD}"/>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2B4178FD-5294-B25F-1455-AC41BC9942CA}"/>
              </a:ext>
            </a:extLst>
          </p:cNvPr>
          <p:cNvSpPr>
            <a:spLocks noGrp="1"/>
          </p:cNvSpPr>
          <p:nvPr>
            <p:ph type="sldNum" sz="quarter" idx="5"/>
          </p:nvPr>
        </p:nvSpPr>
        <p:spPr/>
        <p:txBody>
          <a:bodyPr/>
          <a:lstStyle/>
          <a:p>
            <a:fld id="{68329816-4D5E-3B44-810B-F5C416F14AE8}" type="slidenum">
              <a:rPr lang="en-US" smtClean="0"/>
              <a:t>10</a:t>
            </a:fld>
            <a:endParaRPr lang="en-US"/>
          </a:p>
        </p:txBody>
      </p:sp>
    </p:spTree>
    <p:extLst>
      <p:ext uri="{BB962C8B-B14F-4D97-AF65-F5344CB8AC3E}">
        <p14:creationId xmlns:p14="http://schemas.microsoft.com/office/powerpoint/2010/main" val="174333250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7A88E8-8740-3949-BE64-BB62EA08D2B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22BF00-6CFB-1C09-C3B7-8F0F835403BA}"/>
              </a:ext>
            </a:extLst>
          </p:cNvPr>
          <p:cNvSpPr>
            <a:spLocks noGrp="1" noRot="1" noChangeAspect="1"/>
          </p:cNvSpPr>
          <p:nvPr>
            <p:ph type="sldImg"/>
          </p:nvPr>
        </p:nvSpPr>
        <p:spPr/>
        <p:txBody>
          <a:bodyPr/>
          <a:lstStyle/>
          <a:p>
            <a:endParaRPr lang="en-IN"/>
          </a:p>
        </p:txBody>
      </p:sp>
      <p:sp>
        <p:nvSpPr>
          <p:cNvPr id="3" name="Notes Placeholder 2">
            <a:extLst>
              <a:ext uri="{FF2B5EF4-FFF2-40B4-BE49-F238E27FC236}">
                <a16:creationId xmlns:a16="http://schemas.microsoft.com/office/drawing/2014/main" id="{4B9D5D7B-5FA1-6B53-71F8-A93818030CEC}"/>
              </a:ext>
            </a:extLst>
          </p:cNvPr>
          <p:cNvSpPr>
            <a:spLocks noGrp="1"/>
          </p:cNvSpPr>
          <p:nvPr>
            <p:ph type="body" idx="1"/>
          </p:nvPr>
        </p:nvSpPr>
        <p:spPr/>
        <p:txBody>
          <a:bodyPr/>
          <a:lstStyle/>
          <a:p>
            <a:endParaRPr lang="en-IN"/>
          </a:p>
        </p:txBody>
      </p:sp>
      <p:sp>
        <p:nvSpPr>
          <p:cNvPr id="4" name="Slide Number Placeholder 3">
            <a:extLst>
              <a:ext uri="{FF2B5EF4-FFF2-40B4-BE49-F238E27FC236}">
                <a16:creationId xmlns:a16="http://schemas.microsoft.com/office/drawing/2014/main" id="{F6443D1A-5BCA-DD1F-4EB8-C6373CACAA6B}"/>
              </a:ext>
            </a:extLst>
          </p:cNvPr>
          <p:cNvSpPr>
            <a:spLocks noGrp="1"/>
          </p:cNvSpPr>
          <p:nvPr>
            <p:ph type="sldNum" sz="quarter" idx="5"/>
          </p:nvPr>
        </p:nvSpPr>
        <p:spPr/>
        <p:txBody>
          <a:bodyPr/>
          <a:lstStyle/>
          <a:p>
            <a:fld id="{68329816-4D5E-3B44-810B-F5C416F14AE8}" type="slidenum">
              <a:rPr lang="en-US" smtClean="0"/>
              <a:t>11</a:t>
            </a:fld>
            <a:endParaRPr lang="en-US"/>
          </a:p>
        </p:txBody>
      </p:sp>
    </p:spTree>
    <p:extLst>
      <p:ext uri="{BB962C8B-B14F-4D97-AF65-F5344CB8AC3E}">
        <p14:creationId xmlns:p14="http://schemas.microsoft.com/office/powerpoint/2010/main" val="34959284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27E06-5BF0-54B9-FB5D-CFB52D43BFE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226EA4E6-D507-DC8D-31AA-A4CB32D7CE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62C99788-2E86-FADA-072C-884B0261564B}"/>
              </a:ext>
            </a:extLst>
          </p:cNvPr>
          <p:cNvSpPr>
            <a:spLocks noGrp="1"/>
          </p:cNvSpPr>
          <p:nvPr>
            <p:ph type="dt" sz="half" idx="10"/>
          </p:nvPr>
        </p:nvSpPr>
        <p:spPr/>
        <p:txBody>
          <a:bodyPr/>
          <a:lstStyle/>
          <a:p>
            <a:fld id="{E0DA504A-D052-4F2D-906E-4CCCD67E5352}" type="datetime1">
              <a:rPr lang="en-IN" smtClean="0"/>
              <a:t>17-08-2026</a:t>
            </a:fld>
            <a:endParaRPr lang="en-US"/>
          </a:p>
        </p:txBody>
      </p:sp>
      <p:sp>
        <p:nvSpPr>
          <p:cNvPr id="5" name="Footer Placeholder 4">
            <a:extLst>
              <a:ext uri="{FF2B5EF4-FFF2-40B4-BE49-F238E27FC236}">
                <a16:creationId xmlns:a16="http://schemas.microsoft.com/office/drawing/2014/main" id="{A54D1ADA-8991-D408-DA0A-FE3B043FE89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037DF78D-056F-7C9E-8F10-682094624882}"/>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22329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4DA370-C77E-4354-33A4-1D2D9DDD6F4B}"/>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43FE7F8-1A57-17F5-243A-454005CCDF16}"/>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49EAE72D-6D76-FAB8-D597-99BF2087AA5B}"/>
              </a:ext>
            </a:extLst>
          </p:cNvPr>
          <p:cNvSpPr>
            <a:spLocks noGrp="1"/>
          </p:cNvSpPr>
          <p:nvPr>
            <p:ph type="dt" sz="half" idx="10"/>
          </p:nvPr>
        </p:nvSpPr>
        <p:spPr/>
        <p:txBody>
          <a:bodyPr/>
          <a:lstStyle/>
          <a:p>
            <a:fld id="{3C447009-55DF-4EA5-900B-29AFB7C8438A}" type="datetime1">
              <a:rPr lang="en-IN" smtClean="0"/>
              <a:t>17-08-2026</a:t>
            </a:fld>
            <a:endParaRPr lang="en-US"/>
          </a:p>
        </p:txBody>
      </p:sp>
      <p:sp>
        <p:nvSpPr>
          <p:cNvPr id="5" name="Footer Placeholder 4">
            <a:extLst>
              <a:ext uri="{FF2B5EF4-FFF2-40B4-BE49-F238E27FC236}">
                <a16:creationId xmlns:a16="http://schemas.microsoft.com/office/drawing/2014/main" id="{91860C41-C703-1443-60E7-2BEF34D36208}"/>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B3BB3600-770E-6D67-2A66-D2FECF5D3BC6}"/>
              </a:ext>
            </a:extLst>
          </p:cNvPr>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a:extLst>
              <a:ext uri="{FF2B5EF4-FFF2-40B4-BE49-F238E27FC236}">
                <a16:creationId xmlns:a16="http://schemas.microsoft.com/office/drawing/2014/main" id="{8E776DCD-546C-A1AC-C961-3F3EEC504416}"/>
              </a:ext>
            </a:extLst>
          </p:cNvPr>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106417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4A5DA9-698C-D133-BCF7-93A02E210C28}"/>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3FA85215-9C62-1486-DEC7-AF8E59725B1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0AD292FD-C465-3FCB-1CEB-331C31A973F6}"/>
              </a:ext>
            </a:extLst>
          </p:cNvPr>
          <p:cNvSpPr>
            <a:spLocks noGrp="1"/>
          </p:cNvSpPr>
          <p:nvPr>
            <p:ph type="dt" sz="half" idx="10"/>
          </p:nvPr>
        </p:nvSpPr>
        <p:spPr/>
        <p:txBody>
          <a:bodyPr/>
          <a:lstStyle/>
          <a:p>
            <a:fld id="{FFE8B550-430E-4E00-8584-398912EDCDA8}" type="datetime1">
              <a:rPr lang="en-IN" smtClean="0"/>
              <a:t>17-08-2026</a:t>
            </a:fld>
            <a:endParaRPr lang="en-US"/>
          </a:p>
        </p:txBody>
      </p:sp>
      <p:sp>
        <p:nvSpPr>
          <p:cNvPr id="5" name="Footer Placeholder 4">
            <a:extLst>
              <a:ext uri="{FF2B5EF4-FFF2-40B4-BE49-F238E27FC236}">
                <a16:creationId xmlns:a16="http://schemas.microsoft.com/office/drawing/2014/main" id="{03196C18-4538-A1F2-0B35-7684E5B30A3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8F05BEFA-16A3-B084-9011-B7E85C9C926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4437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E3A91F-6631-AA20-E58B-064235B6DD1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40029CD-C8C6-CEFE-D059-40BEA299756E}"/>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B175D9AB-9E5E-59E2-9DA3-6C54D45EAC41}"/>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2A3C372B-55E2-4467-1C5C-88EAE728396A}"/>
              </a:ext>
            </a:extLst>
          </p:cNvPr>
          <p:cNvSpPr>
            <a:spLocks noGrp="1"/>
          </p:cNvSpPr>
          <p:nvPr>
            <p:ph type="dt" sz="half" idx="10"/>
          </p:nvPr>
        </p:nvSpPr>
        <p:spPr/>
        <p:txBody>
          <a:bodyPr/>
          <a:lstStyle/>
          <a:p>
            <a:fld id="{BF3515C1-FC0C-48DC-AA13-5A7440F04A46}" type="datetime1">
              <a:rPr lang="en-IN" smtClean="0"/>
              <a:t>17-08-2026</a:t>
            </a:fld>
            <a:endParaRPr lang="en-US"/>
          </a:p>
        </p:txBody>
      </p:sp>
      <p:sp>
        <p:nvSpPr>
          <p:cNvPr id="6" name="Footer Placeholder 5">
            <a:extLst>
              <a:ext uri="{FF2B5EF4-FFF2-40B4-BE49-F238E27FC236}">
                <a16:creationId xmlns:a16="http://schemas.microsoft.com/office/drawing/2014/main" id="{CC0897BD-CB93-AC5A-9B15-FD7F4D952953}"/>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8D5540F5-8BB9-4C4C-626E-5D45C97E372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308253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D68A3B-B4EE-2816-3ADC-1938541424A2}"/>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261AF86E-35F8-453B-F58E-48D8C4903AE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D63D8923-FBC0-8866-8350-696FB3D22BF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E6545281-3CB5-361A-7D56-C6E37E290D3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9F62343-9DB8-07DC-AD19-22AE6A7E5D6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3FEB0191-CD7B-6170-8655-A3CD1009BEA8}"/>
              </a:ext>
            </a:extLst>
          </p:cNvPr>
          <p:cNvSpPr>
            <a:spLocks noGrp="1"/>
          </p:cNvSpPr>
          <p:nvPr>
            <p:ph type="dt" sz="half" idx="10"/>
          </p:nvPr>
        </p:nvSpPr>
        <p:spPr/>
        <p:txBody>
          <a:bodyPr/>
          <a:lstStyle/>
          <a:p>
            <a:fld id="{06C4A9D0-F765-45B1-928F-556B91D2C522}" type="datetime1">
              <a:rPr lang="en-IN" smtClean="0"/>
              <a:t>17-08-2026</a:t>
            </a:fld>
            <a:endParaRPr lang="en-US"/>
          </a:p>
        </p:txBody>
      </p:sp>
      <p:sp>
        <p:nvSpPr>
          <p:cNvPr id="8" name="Footer Placeholder 7">
            <a:extLst>
              <a:ext uri="{FF2B5EF4-FFF2-40B4-BE49-F238E27FC236}">
                <a16:creationId xmlns:a16="http://schemas.microsoft.com/office/drawing/2014/main" id="{CD680C4C-B6E8-81B1-E2F5-D6264E3F6A44}"/>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10C8B11F-5860-03B4-E71F-3467444F9A21}"/>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280055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7A6C5-1A49-C01E-B839-45967150D976}"/>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06C47471-9D6F-27AE-9B05-71D6BF96E327}"/>
              </a:ext>
            </a:extLst>
          </p:cNvPr>
          <p:cNvSpPr>
            <a:spLocks noGrp="1"/>
          </p:cNvSpPr>
          <p:nvPr>
            <p:ph type="dt" sz="half" idx="10"/>
          </p:nvPr>
        </p:nvSpPr>
        <p:spPr/>
        <p:txBody>
          <a:bodyPr/>
          <a:lstStyle/>
          <a:p>
            <a:fld id="{2420E6F3-7E24-4BDE-BB37-BD18A6966701}" type="datetime1">
              <a:rPr lang="en-IN" smtClean="0"/>
              <a:t>17-08-2026</a:t>
            </a:fld>
            <a:endParaRPr lang="en-US"/>
          </a:p>
        </p:txBody>
      </p:sp>
      <p:sp>
        <p:nvSpPr>
          <p:cNvPr id="4" name="Footer Placeholder 3">
            <a:extLst>
              <a:ext uri="{FF2B5EF4-FFF2-40B4-BE49-F238E27FC236}">
                <a16:creationId xmlns:a16="http://schemas.microsoft.com/office/drawing/2014/main" id="{775AFD67-19CE-C1CD-207C-EF612C5A6F54}"/>
              </a:ext>
            </a:extLst>
          </p:cNvPr>
          <p:cNvSpPr>
            <a:spLocks noGrp="1"/>
          </p:cNvSpPr>
          <p:nvPr>
            <p:ph type="ftr" sz="quarter" idx="11"/>
          </p:nvPr>
        </p:nvSpPr>
        <p:spPr/>
        <p:txBody>
          <a:bodyPr/>
          <a:lstStyle/>
          <a:p>
            <a:r>
              <a:rPr lang="en-US"/>
              <a:t>0th REVIEW           </a:t>
            </a:r>
          </a:p>
        </p:txBody>
      </p:sp>
      <p:sp>
        <p:nvSpPr>
          <p:cNvPr id="5" name="Slide Number Placeholder 4">
            <a:extLst>
              <a:ext uri="{FF2B5EF4-FFF2-40B4-BE49-F238E27FC236}">
                <a16:creationId xmlns:a16="http://schemas.microsoft.com/office/drawing/2014/main" id="{C80D7506-CEE9-31E5-7D10-A0BD1B2B03AF}"/>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2358805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12BBBBF-B095-FC7E-61BE-572DFB7B12F6}"/>
              </a:ext>
            </a:extLst>
          </p:cNvPr>
          <p:cNvSpPr>
            <a:spLocks noGrp="1"/>
          </p:cNvSpPr>
          <p:nvPr>
            <p:ph type="dt" sz="half" idx="10"/>
          </p:nvPr>
        </p:nvSpPr>
        <p:spPr/>
        <p:txBody>
          <a:bodyPr/>
          <a:lstStyle/>
          <a:p>
            <a:fld id="{63113449-4DF0-4F1F-A3E4-097B1714C7C4}" type="datetime1">
              <a:rPr lang="en-IN" smtClean="0"/>
              <a:t>17-08-2026</a:t>
            </a:fld>
            <a:endParaRPr lang="en-US"/>
          </a:p>
        </p:txBody>
      </p:sp>
      <p:sp>
        <p:nvSpPr>
          <p:cNvPr id="3" name="Footer Placeholder 2">
            <a:extLst>
              <a:ext uri="{FF2B5EF4-FFF2-40B4-BE49-F238E27FC236}">
                <a16:creationId xmlns:a16="http://schemas.microsoft.com/office/drawing/2014/main" id="{247555D4-8ECB-AFFE-0E72-A206E4098EE1}"/>
              </a:ext>
            </a:extLst>
          </p:cNvPr>
          <p:cNvSpPr>
            <a:spLocks noGrp="1"/>
          </p:cNvSpPr>
          <p:nvPr>
            <p:ph type="ftr" sz="quarter" idx="11"/>
          </p:nvPr>
        </p:nvSpPr>
        <p:spPr/>
        <p:txBody>
          <a:bodyPr/>
          <a:lstStyle/>
          <a:p>
            <a:r>
              <a:rPr lang="en-US"/>
              <a:t>0th REVIEW           </a:t>
            </a:r>
          </a:p>
        </p:txBody>
      </p:sp>
      <p:sp>
        <p:nvSpPr>
          <p:cNvPr id="4" name="Slide Number Placeholder 3">
            <a:extLst>
              <a:ext uri="{FF2B5EF4-FFF2-40B4-BE49-F238E27FC236}">
                <a16:creationId xmlns:a16="http://schemas.microsoft.com/office/drawing/2014/main" id="{B2E9EB7F-0F36-6AF2-5A6E-D350360EFF58}"/>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439754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F3453-54A8-457E-0F66-9BE958D9157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80CE50AE-B8BE-E1FF-F3BA-8093082215D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D1DA6038-C8B1-F7F2-5CA8-15CFE38CBD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85097CAE-AF61-8AFD-5350-97D8044E1275}"/>
              </a:ext>
            </a:extLst>
          </p:cNvPr>
          <p:cNvSpPr>
            <a:spLocks noGrp="1"/>
          </p:cNvSpPr>
          <p:nvPr>
            <p:ph type="dt" sz="half" idx="10"/>
          </p:nvPr>
        </p:nvSpPr>
        <p:spPr/>
        <p:txBody>
          <a:bodyPr/>
          <a:lstStyle/>
          <a:p>
            <a:fld id="{7CF4166F-CD67-4CEB-8DD7-1E38016562AC}" type="datetime1">
              <a:rPr lang="en-IN" smtClean="0"/>
              <a:t>17-08-2026</a:t>
            </a:fld>
            <a:endParaRPr lang="en-US"/>
          </a:p>
        </p:txBody>
      </p:sp>
      <p:sp>
        <p:nvSpPr>
          <p:cNvPr id="6" name="Footer Placeholder 5">
            <a:extLst>
              <a:ext uri="{FF2B5EF4-FFF2-40B4-BE49-F238E27FC236}">
                <a16:creationId xmlns:a16="http://schemas.microsoft.com/office/drawing/2014/main" id="{9A9E989E-AF43-DFDB-D9DD-E85DED3C09B0}"/>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60FBCAA9-93EB-8A4D-BB9C-2479D593509A}"/>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690423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BCE57A-1FB8-E230-296B-702500A0D499}"/>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3C470CF4-1245-8E91-196B-2297C07C97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FC54EA7-CAD7-C04A-6487-F7D1660330A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F3F31731-B315-1CCB-7EEF-B7C7EC9254AA}"/>
              </a:ext>
            </a:extLst>
          </p:cNvPr>
          <p:cNvSpPr>
            <a:spLocks noGrp="1"/>
          </p:cNvSpPr>
          <p:nvPr>
            <p:ph type="dt" sz="half" idx="10"/>
          </p:nvPr>
        </p:nvSpPr>
        <p:spPr/>
        <p:txBody>
          <a:bodyPr/>
          <a:lstStyle/>
          <a:p>
            <a:fld id="{9178F83E-6F8A-4D66-8D97-D167DE305BE2}" type="datetime1">
              <a:rPr lang="en-IN" smtClean="0"/>
              <a:t>17-08-2026</a:t>
            </a:fld>
            <a:endParaRPr lang="en-US"/>
          </a:p>
        </p:txBody>
      </p:sp>
      <p:sp>
        <p:nvSpPr>
          <p:cNvPr id="6" name="Footer Placeholder 5">
            <a:extLst>
              <a:ext uri="{FF2B5EF4-FFF2-40B4-BE49-F238E27FC236}">
                <a16:creationId xmlns:a16="http://schemas.microsoft.com/office/drawing/2014/main" id="{C34DE31E-F8C7-4C00-C40D-FE2821B70626}"/>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3D7C9369-3918-E39E-9B60-A57179D0499E}"/>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33004632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A9F7F1-0136-E40C-5B0F-C1D42F6EFBBE}"/>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AA08B89F-EA4C-AA4F-0EB2-C715E5B0D675}"/>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CC2AEC3-3D5C-B4D8-ADAC-C6249EB46A19}"/>
              </a:ext>
            </a:extLst>
          </p:cNvPr>
          <p:cNvSpPr>
            <a:spLocks noGrp="1"/>
          </p:cNvSpPr>
          <p:nvPr>
            <p:ph type="dt" sz="half" idx="10"/>
          </p:nvPr>
        </p:nvSpPr>
        <p:spPr/>
        <p:txBody>
          <a:bodyPr/>
          <a:lstStyle/>
          <a:p>
            <a:fld id="{68FA3A21-9775-4B2C-9B39-32116406212C}" type="datetime1">
              <a:rPr lang="en-IN" smtClean="0"/>
              <a:t>17-08-2026</a:t>
            </a:fld>
            <a:endParaRPr lang="en-US"/>
          </a:p>
        </p:txBody>
      </p:sp>
      <p:sp>
        <p:nvSpPr>
          <p:cNvPr id="5" name="Footer Placeholder 4">
            <a:extLst>
              <a:ext uri="{FF2B5EF4-FFF2-40B4-BE49-F238E27FC236}">
                <a16:creationId xmlns:a16="http://schemas.microsoft.com/office/drawing/2014/main" id="{8B19FED2-229B-3728-C7BA-7E8D51577AE3}"/>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9D8B8F22-95FA-4A5E-31CC-C3851B52EF73}"/>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28426131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C6F1B25-2FA5-C4F6-09E8-D6F7A8DF83DC}"/>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F61113B0-02D5-BBE3-31A5-47396162981A}"/>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6B9CAE10-6B7D-C48F-F3FF-419AD4413A07}"/>
              </a:ext>
            </a:extLst>
          </p:cNvPr>
          <p:cNvSpPr>
            <a:spLocks noGrp="1"/>
          </p:cNvSpPr>
          <p:nvPr>
            <p:ph type="dt" sz="half" idx="10"/>
          </p:nvPr>
        </p:nvSpPr>
        <p:spPr/>
        <p:txBody>
          <a:bodyPr/>
          <a:lstStyle/>
          <a:p>
            <a:fld id="{D43ABDC8-9AAF-4B62-9540-4EA826AA678B}" type="datetime1">
              <a:rPr lang="en-IN" smtClean="0"/>
              <a:t>17-08-2026</a:t>
            </a:fld>
            <a:endParaRPr lang="en-US"/>
          </a:p>
        </p:txBody>
      </p:sp>
      <p:sp>
        <p:nvSpPr>
          <p:cNvPr id="5" name="Footer Placeholder 4">
            <a:extLst>
              <a:ext uri="{FF2B5EF4-FFF2-40B4-BE49-F238E27FC236}">
                <a16:creationId xmlns:a16="http://schemas.microsoft.com/office/drawing/2014/main" id="{2652D582-0634-2511-6F7E-7229EC0722E5}"/>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EBAE7E1-0525-6C8B-2077-B55EFBEA69D4}"/>
              </a:ext>
            </a:extLst>
          </p:cNvPr>
          <p:cNvSpPr>
            <a:spLocks noGrp="1"/>
          </p:cNvSpPr>
          <p:nvPr>
            <p:ph type="sldNum" sz="quarter" idx="12"/>
          </p:nvPr>
        </p:nvSpPr>
        <p:spPr/>
        <p:txBody>
          <a:bodyPr/>
          <a:lstStyle/>
          <a:p>
            <a:fld id="{B961B71F-4B40-8942-BB88-E0F5C0B46E10}" type="slidenum">
              <a:rPr lang="en-US" smtClean="0"/>
              <a:t>‹#›</a:t>
            </a:fld>
            <a:endParaRPr lang="en-US"/>
          </a:p>
        </p:txBody>
      </p:sp>
    </p:spTree>
    <p:extLst>
      <p:ext uri="{BB962C8B-B14F-4D97-AF65-F5344CB8AC3E}">
        <p14:creationId xmlns:p14="http://schemas.microsoft.com/office/powerpoint/2010/main" val="15662507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2A4A3-2E21-E418-73DE-E22247EE4174}"/>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93C87DE1-CAF2-229C-5776-9562B79560F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00154DD8-14C4-ACB8-D444-27F005A4C5CB}"/>
              </a:ext>
            </a:extLst>
          </p:cNvPr>
          <p:cNvSpPr>
            <a:spLocks noGrp="1"/>
          </p:cNvSpPr>
          <p:nvPr>
            <p:ph type="dt" sz="half" idx="10"/>
          </p:nvPr>
        </p:nvSpPr>
        <p:spPr/>
        <p:txBody>
          <a:bodyPr/>
          <a:lstStyle/>
          <a:p>
            <a:fld id="{5F3821C3-0F1A-498D-9F2E-D10FACA35B86}" type="datetime1">
              <a:rPr lang="en-IN" smtClean="0"/>
              <a:t>17-08-2026</a:t>
            </a:fld>
            <a:endParaRPr lang="en-US"/>
          </a:p>
        </p:txBody>
      </p:sp>
      <p:sp>
        <p:nvSpPr>
          <p:cNvPr id="5" name="Footer Placeholder 4">
            <a:extLst>
              <a:ext uri="{FF2B5EF4-FFF2-40B4-BE49-F238E27FC236}">
                <a16:creationId xmlns:a16="http://schemas.microsoft.com/office/drawing/2014/main" id="{886BF891-4BCD-EC21-1259-8661D36C8A57}"/>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A93951AF-D1A2-07A4-0B2A-7E9D6B416DE0}"/>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21685244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BFB9-B574-3DEB-F162-FE89B3802B30}"/>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8094B0E9-24AC-9760-0CBD-E5D0888E3FAA}"/>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95C41205-CA2E-9649-1960-8F17E0E6D292}"/>
              </a:ext>
            </a:extLst>
          </p:cNvPr>
          <p:cNvSpPr>
            <a:spLocks noGrp="1"/>
          </p:cNvSpPr>
          <p:nvPr>
            <p:ph type="dt" sz="half" idx="10"/>
          </p:nvPr>
        </p:nvSpPr>
        <p:spPr/>
        <p:txBody>
          <a:bodyPr/>
          <a:lstStyle/>
          <a:p>
            <a:fld id="{B119A7DA-FCDD-43FA-8A0C-6A5B2B391695}" type="datetime1">
              <a:rPr lang="en-IN" smtClean="0"/>
              <a:t>17-08-2026</a:t>
            </a:fld>
            <a:endParaRPr lang="en-US"/>
          </a:p>
        </p:txBody>
      </p:sp>
      <p:sp>
        <p:nvSpPr>
          <p:cNvPr id="5" name="Footer Placeholder 4">
            <a:extLst>
              <a:ext uri="{FF2B5EF4-FFF2-40B4-BE49-F238E27FC236}">
                <a16:creationId xmlns:a16="http://schemas.microsoft.com/office/drawing/2014/main" id="{BC702BAD-D0DE-F254-BBD1-2AFE276BD322}"/>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C7787769-B833-24E6-E30B-DCE74558AC9F}"/>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229719273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D24CF5-AE66-5FEF-8EEC-A630C8B2901A}"/>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10528CE2-68D8-267B-C297-6117F0736A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525FFB0-0F78-AEB8-5AFB-EC779B961448}"/>
              </a:ext>
            </a:extLst>
          </p:cNvPr>
          <p:cNvSpPr>
            <a:spLocks noGrp="1"/>
          </p:cNvSpPr>
          <p:nvPr>
            <p:ph type="dt" sz="half" idx="10"/>
          </p:nvPr>
        </p:nvSpPr>
        <p:spPr/>
        <p:txBody>
          <a:bodyPr/>
          <a:lstStyle/>
          <a:p>
            <a:fld id="{C138D4BE-274D-4073-90F9-6DE45B427D7A}" type="datetime1">
              <a:rPr lang="en-IN" smtClean="0"/>
              <a:t>17-08-2026</a:t>
            </a:fld>
            <a:endParaRPr lang="en-US"/>
          </a:p>
        </p:txBody>
      </p:sp>
      <p:sp>
        <p:nvSpPr>
          <p:cNvPr id="5" name="Footer Placeholder 4">
            <a:extLst>
              <a:ext uri="{FF2B5EF4-FFF2-40B4-BE49-F238E27FC236}">
                <a16:creationId xmlns:a16="http://schemas.microsoft.com/office/drawing/2014/main" id="{A4F3BE8E-E2EB-A8B6-21DD-9AB839A58AC4}"/>
              </a:ext>
            </a:extLst>
          </p:cNvPr>
          <p:cNvSpPr>
            <a:spLocks noGrp="1"/>
          </p:cNvSpPr>
          <p:nvPr>
            <p:ph type="ftr" sz="quarter" idx="11"/>
          </p:nvPr>
        </p:nvSpPr>
        <p:spPr/>
        <p:txBody>
          <a:bodyPr/>
          <a:lstStyle/>
          <a:p>
            <a:r>
              <a:rPr lang="en-US"/>
              <a:t>0th REVIEW           </a:t>
            </a:r>
          </a:p>
        </p:txBody>
      </p:sp>
      <p:sp>
        <p:nvSpPr>
          <p:cNvPr id="6" name="Slide Number Placeholder 5">
            <a:extLst>
              <a:ext uri="{FF2B5EF4-FFF2-40B4-BE49-F238E27FC236}">
                <a16:creationId xmlns:a16="http://schemas.microsoft.com/office/drawing/2014/main" id="{714BE51E-49C9-6B3A-1C46-49212B576123}"/>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0408376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3AF32-49A3-7BB1-C7E7-6C5D90D17A8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A9C51BE1-060E-F420-83BA-C8AE9151CFB7}"/>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3B5265B4-44BE-C9BD-56AD-24359969A5F6}"/>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76262ECC-3BDB-BEA4-4B7F-1545B0DC3A73}"/>
              </a:ext>
            </a:extLst>
          </p:cNvPr>
          <p:cNvSpPr>
            <a:spLocks noGrp="1"/>
          </p:cNvSpPr>
          <p:nvPr>
            <p:ph type="dt" sz="half" idx="10"/>
          </p:nvPr>
        </p:nvSpPr>
        <p:spPr/>
        <p:txBody>
          <a:bodyPr/>
          <a:lstStyle/>
          <a:p>
            <a:fld id="{C4DD2526-BF89-47C7-96E6-5B804E43EF11}" type="datetime1">
              <a:rPr lang="en-IN" smtClean="0"/>
              <a:t>17-08-2026</a:t>
            </a:fld>
            <a:endParaRPr lang="en-US"/>
          </a:p>
        </p:txBody>
      </p:sp>
      <p:sp>
        <p:nvSpPr>
          <p:cNvPr id="6" name="Footer Placeholder 5">
            <a:extLst>
              <a:ext uri="{FF2B5EF4-FFF2-40B4-BE49-F238E27FC236}">
                <a16:creationId xmlns:a16="http://schemas.microsoft.com/office/drawing/2014/main" id="{CD899311-B569-3D99-B257-5CEB03A68767}"/>
              </a:ext>
            </a:extLst>
          </p:cNvPr>
          <p:cNvSpPr>
            <a:spLocks noGrp="1"/>
          </p:cNvSpPr>
          <p:nvPr>
            <p:ph type="ftr" sz="quarter" idx="11"/>
          </p:nvPr>
        </p:nvSpPr>
        <p:spPr/>
        <p:txBody>
          <a:bodyPr/>
          <a:lstStyle/>
          <a:p>
            <a:r>
              <a:rPr lang="en-US"/>
              <a:t>0th REVIEW           </a:t>
            </a:r>
          </a:p>
        </p:txBody>
      </p:sp>
      <p:sp>
        <p:nvSpPr>
          <p:cNvPr id="7" name="Slide Number Placeholder 6">
            <a:extLst>
              <a:ext uri="{FF2B5EF4-FFF2-40B4-BE49-F238E27FC236}">
                <a16:creationId xmlns:a16="http://schemas.microsoft.com/office/drawing/2014/main" id="{2AE828AD-34AD-9A23-4FFC-4C32387C94EB}"/>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11014661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E56895-A3B7-F0FB-3CBE-59E564F229E8}"/>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29C285-ECC0-3375-66EF-B240D726BE8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12DB153A-9265-EAEC-A55D-2519057330C6}"/>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D4E62BD6-069B-567C-13A2-AD51A312FB5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660CFDC1-AF24-C301-0A26-DA099D8FF3D8}"/>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A22CB484-D858-5027-D2CF-125E103D2F43}"/>
              </a:ext>
            </a:extLst>
          </p:cNvPr>
          <p:cNvSpPr>
            <a:spLocks noGrp="1"/>
          </p:cNvSpPr>
          <p:nvPr>
            <p:ph type="dt" sz="half" idx="10"/>
          </p:nvPr>
        </p:nvSpPr>
        <p:spPr/>
        <p:txBody>
          <a:bodyPr/>
          <a:lstStyle/>
          <a:p>
            <a:fld id="{84827929-B24E-4CA0-A508-395AF785C673}" type="datetime1">
              <a:rPr lang="en-IN" smtClean="0"/>
              <a:t>17-08-2026</a:t>
            </a:fld>
            <a:endParaRPr lang="en-US"/>
          </a:p>
        </p:txBody>
      </p:sp>
      <p:sp>
        <p:nvSpPr>
          <p:cNvPr id="8" name="Footer Placeholder 7">
            <a:extLst>
              <a:ext uri="{FF2B5EF4-FFF2-40B4-BE49-F238E27FC236}">
                <a16:creationId xmlns:a16="http://schemas.microsoft.com/office/drawing/2014/main" id="{68CD1DFD-AA21-1102-AD58-F0AB4361723D}"/>
              </a:ext>
            </a:extLst>
          </p:cNvPr>
          <p:cNvSpPr>
            <a:spLocks noGrp="1"/>
          </p:cNvSpPr>
          <p:nvPr>
            <p:ph type="ftr" sz="quarter" idx="11"/>
          </p:nvPr>
        </p:nvSpPr>
        <p:spPr/>
        <p:txBody>
          <a:bodyPr/>
          <a:lstStyle/>
          <a:p>
            <a:r>
              <a:rPr lang="en-US"/>
              <a:t>0th REVIEW           </a:t>
            </a:r>
          </a:p>
        </p:txBody>
      </p:sp>
      <p:sp>
        <p:nvSpPr>
          <p:cNvPr id="9" name="Slide Number Placeholder 8">
            <a:extLst>
              <a:ext uri="{FF2B5EF4-FFF2-40B4-BE49-F238E27FC236}">
                <a16:creationId xmlns:a16="http://schemas.microsoft.com/office/drawing/2014/main" id="{6058466D-C960-00E9-B91E-E20525158DCC}"/>
              </a:ext>
            </a:extLst>
          </p:cNvPr>
          <p:cNvSpPr>
            <a:spLocks noGrp="1"/>
          </p:cNvSpPr>
          <p:nvPr>
            <p:ph type="sldNum" sz="quarter" idx="12"/>
          </p:nvPr>
        </p:nvSpPr>
        <p:spPr/>
        <p:txBody>
          <a:bodyPr/>
          <a:lstStyle/>
          <a:p>
            <a:fld id="{D6396F81-1074-6B40-A92F-A06CCD3B4178}" type="slidenum">
              <a:rPr lang="en-US" smtClean="0"/>
              <a:t>‹#›</a:t>
            </a:fld>
            <a:endParaRPr lang="en-US"/>
          </a:p>
        </p:txBody>
      </p:sp>
    </p:spTree>
    <p:extLst>
      <p:ext uri="{BB962C8B-B14F-4D97-AF65-F5344CB8AC3E}">
        <p14:creationId xmlns:p14="http://schemas.microsoft.com/office/powerpoint/2010/main" val="4951666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C5EEF4A-08C3-1725-4505-63B90332E45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590D38A5-B84E-8DCB-3CEA-900D45C8584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16F078D-01B0-9071-5546-6BFF4A071C6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FA717A7-838C-4809-BC62-F129B310B950}" type="datetime1">
              <a:rPr lang="en-IN" smtClean="0"/>
              <a:t>17-08-2026</a:t>
            </a:fld>
            <a:endParaRPr lang="en-US"/>
          </a:p>
        </p:txBody>
      </p:sp>
      <p:sp>
        <p:nvSpPr>
          <p:cNvPr id="5" name="Footer Placeholder 4">
            <a:extLst>
              <a:ext uri="{FF2B5EF4-FFF2-40B4-BE49-F238E27FC236}">
                <a16:creationId xmlns:a16="http://schemas.microsoft.com/office/drawing/2014/main" id="{3E063510-A0D8-83AF-2345-E0A8B79D5D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73B51A12-6174-66E3-0415-DA607E50CD4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extLst>
      <p:ext uri="{BB962C8B-B14F-4D97-AF65-F5344CB8AC3E}">
        <p14:creationId xmlns:p14="http://schemas.microsoft.com/office/powerpoint/2010/main" val="248082782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8B26EC2-0EF8-2F89-DF64-2685FD6393C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B1E29FC3-B99D-0056-3798-159705D113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A79F1E1-99D3-E959-A91B-BD6DF2599B4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2DDB2A2-8993-4CD1-B936-8FCCA45C385B}" type="datetime1">
              <a:rPr lang="en-IN" smtClean="0"/>
              <a:t>17-08-2026</a:t>
            </a:fld>
            <a:endParaRPr lang="en-US"/>
          </a:p>
        </p:txBody>
      </p:sp>
      <p:sp>
        <p:nvSpPr>
          <p:cNvPr id="5" name="Footer Placeholder 4">
            <a:extLst>
              <a:ext uri="{FF2B5EF4-FFF2-40B4-BE49-F238E27FC236}">
                <a16:creationId xmlns:a16="http://schemas.microsoft.com/office/drawing/2014/main" id="{44EC7260-A9B7-9847-6D81-8C797C4D5A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0th REVIEW           </a:t>
            </a:r>
          </a:p>
        </p:txBody>
      </p:sp>
      <p:sp>
        <p:nvSpPr>
          <p:cNvPr id="6" name="Slide Number Placeholder 5">
            <a:extLst>
              <a:ext uri="{FF2B5EF4-FFF2-40B4-BE49-F238E27FC236}">
                <a16:creationId xmlns:a16="http://schemas.microsoft.com/office/drawing/2014/main" id="{AD527894-99B0-6303-77B2-C1C210EE22F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extLst>
      <p:ext uri="{BB962C8B-B14F-4D97-AF65-F5344CB8AC3E}">
        <p14:creationId xmlns:p14="http://schemas.microsoft.com/office/powerpoint/2010/main" val="221848436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500A09-BF95-A121-71A4-33FFE91ACA86}"/>
              </a:ext>
            </a:extLst>
          </p:cNvPr>
          <p:cNvSpPr>
            <a:spLocks noGrp="1"/>
          </p:cNvSpPr>
          <p:nvPr>
            <p:ph type="title"/>
          </p:nvPr>
        </p:nvSpPr>
        <p:spPr>
          <a:xfrm>
            <a:off x="3198779" y="1034750"/>
            <a:ext cx="10392383" cy="471063"/>
          </a:xfrm>
        </p:spPr>
        <p:txBody>
          <a:bodyPr>
            <a:noAutofit/>
          </a:bodyPr>
          <a:lstStyle/>
          <a:p>
            <a:pPr>
              <a:lnSpc>
                <a:spcPct val="105000"/>
              </a:lnSpc>
            </a:pPr>
            <a:br>
              <a:rPr lang="en-US" sz="2400" b="1" dirty="0">
                <a:cs typeface="Arial" panose="020B0604020202020204" pitchFamily="34" charset="0"/>
              </a:rPr>
            </a:br>
            <a:r>
              <a:rPr lang="en-US" sz="2400" b="1" dirty="0">
                <a:cs typeface="Arial" panose="020B0604020202020204" pitchFamily="34" charset="0"/>
              </a:rPr>
              <a:t>                              1</a:t>
            </a:r>
            <a:r>
              <a:rPr lang="en-US" sz="2400" b="1" baseline="30000" dirty="0">
                <a:cs typeface="Arial" panose="020B0604020202020204" pitchFamily="34" charset="0"/>
              </a:rPr>
              <a:t>st</a:t>
            </a:r>
            <a:r>
              <a:rPr lang="en-US" sz="2400" b="1" dirty="0">
                <a:cs typeface="Arial" panose="020B0604020202020204" pitchFamily="34" charset="0"/>
              </a:rPr>
              <a:t>  REVIEW</a:t>
            </a:r>
            <a:br>
              <a:rPr lang="en-US" sz="2400" dirty="0">
                <a:latin typeface="+mn-lt"/>
                <a:cs typeface="Arial" panose="020B0604020202020204" pitchFamily="34" charset="0"/>
              </a:rPr>
            </a:br>
            <a:r>
              <a:rPr lang="en-US" sz="2400" b="1" dirty="0">
                <a:solidFill>
                  <a:schemeClr val="accent1">
                    <a:lumMod val="50000"/>
                  </a:schemeClr>
                </a:solidFill>
                <a:latin typeface="Cambria" pitchFamily="34" charset="0"/>
                <a:ea typeface="Cambria" pitchFamily="34" charset="-122"/>
                <a:cs typeface="Cambria" pitchFamily="34" charset="-120"/>
              </a:rPr>
              <a:t>BLOOD BANK MANAGEMENT SYSTEM</a:t>
            </a:r>
            <a:br>
              <a:rPr lang="en-US" sz="2400" dirty="0">
                <a:solidFill>
                  <a:schemeClr val="accent1">
                    <a:lumMod val="50000"/>
                  </a:schemeClr>
                </a:solidFill>
              </a:rPr>
            </a:br>
            <a:br>
              <a:rPr lang="en-US" sz="2400" dirty="0">
                <a:solidFill>
                  <a:srgbClr val="FF0000"/>
                </a:solidFill>
                <a:latin typeface="+mn-lt"/>
                <a:cs typeface="Arial" panose="020B0604020202020204" pitchFamily="34" charset="0"/>
              </a:rPr>
            </a:br>
            <a:endParaRPr lang="en-US" sz="2400" b="1" dirty="0">
              <a:solidFill>
                <a:srgbClr val="011893"/>
              </a:solidFill>
              <a:latin typeface="+mn-lt"/>
              <a:cs typeface="Arial" panose="020B0604020202020204" pitchFamily="34" charset="0"/>
            </a:endParaRPr>
          </a:p>
        </p:txBody>
      </p:sp>
      <p:sp>
        <p:nvSpPr>
          <p:cNvPr id="6" name="Date Placeholder 5">
            <a:extLst>
              <a:ext uri="{FF2B5EF4-FFF2-40B4-BE49-F238E27FC236}">
                <a16:creationId xmlns:a16="http://schemas.microsoft.com/office/drawing/2014/main" id="{024CF11E-4EBB-004C-8FD7-152B8D16D8B6}"/>
              </a:ext>
            </a:extLst>
          </p:cNvPr>
          <p:cNvSpPr>
            <a:spLocks noGrp="1"/>
          </p:cNvSpPr>
          <p:nvPr>
            <p:ph type="dt" sz="half" idx="10"/>
          </p:nvPr>
        </p:nvSpPr>
        <p:spPr/>
        <p:txBody>
          <a:bodyPr/>
          <a:lstStyle/>
          <a:p>
            <a:r>
              <a:rPr lang="en-US" dirty="0"/>
              <a:t>15-08-2026</a:t>
            </a:r>
          </a:p>
        </p:txBody>
      </p:sp>
      <p:sp>
        <p:nvSpPr>
          <p:cNvPr id="9" name="Content Placeholder 3">
            <a:extLst>
              <a:ext uri="{FF2B5EF4-FFF2-40B4-BE49-F238E27FC236}">
                <a16:creationId xmlns:a16="http://schemas.microsoft.com/office/drawing/2014/main" id="{24F28400-FDB5-158C-D317-153E1B1CD072}"/>
              </a:ext>
            </a:extLst>
          </p:cNvPr>
          <p:cNvSpPr txBox="1">
            <a:spLocks/>
          </p:cNvSpPr>
          <p:nvPr/>
        </p:nvSpPr>
        <p:spPr>
          <a:xfrm>
            <a:off x="961417" y="5032000"/>
            <a:ext cx="10506683" cy="1380753"/>
          </a:xfrm>
          <a:prstGeom prst="rect">
            <a:avLst/>
          </a:prstGeom>
        </p:spPr>
        <p:txBody>
          <a:bodyPr vert="horz" lIns="91440" tIns="45720" rIns="91440" bIns="45720" rtlCol="0">
            <a:normAutofit fontScale="925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a:extLst>
              <a:ext uri="{FF2B5EF4-FFF2-40B4-BE49-F238E27FC236}">
                <a16:creationId xmlns:a16="http://schemas.microsoft.com/office/drawing/2014/main" id="{968465D1-CCC3-285A-3E29-8B23DC764FF6}"/>
              </a:ext>
            </a:extLst>
          </p:cNvPr>
          <p:cNvSpPr txBox="1">
            <a:spLocks/>
          </p:cNvSpPr>
          <p:nvPr/>
        </p:nvSpPr>
        <p:spPr>
          <a:xfrm>
            <a:off x="952500" y="3143780"/>
            <a:ext cx="10515600" cy="1806292"/>
          </a:xfrm>
          <a:prstGeom prst="rect">
            <a:avLst/>
          </a:prstGeom>
        </p:spPr>
        <p:txBody>
          <a:bodyPr vert="horz" lIns="91440" tIns="45720" rIns="91440" bIns="45720" rtlCol="0">
            <a:normAutofit fontScale="92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n-US" sz="2400" dirty="0"/>
              <a:t>Under the Guidance </a:t>
            </a:r>
          </a:p>
          <a:p>
            <a:pPr marL="0" indent="0" algn="ctr">
              <a:buNone/>
            </a:pPr>
            <a:r>
              <a:rPr lang="en-US" sz="2400" dirty="0"/>
              <a:t>of </a:t>
            </a:r>
            <a:endParaRPr lang="en-US" sz="2400" dirty="0">
              <a:solidFill>
                <a:srgbClr val="00B050"/>
              </a:solidFill>
            </a:endParaRPr>
          </a:p>
          <a:p>
            <a:pPr marL="0" indent="0" algn="ctr">
              <a:buFont typeface="Arial" panose="020B0604020202020204" pitchFamily="34" charset="0"/>
              <a:buNone/>
            </a:pPr>
            <a:r>
              <a:rPr lang="en-US" sz="2400" dirty="0">
                <a:solidFill>
                  <a:srgbClr val="00B050"/>
                </a:solidFill>
              </a:rPr>
              <a:t>Dr. Y Prasanthi</a:t>
            </a:r>
          </a:p>
          <a:p>
            <a:pPr marL="0" indent="0" algn="ctr">
              <a:buFont typeface="Arial" panose="020B0604020202020204" pitchFamily="34" charset="0"/>
              <a:buNone/>
            </a:pPr>
            <a:r>
              <a:rPr lang="en-US" sz="2400" dirty="0">
                <a:solidFill>
                  <a:srgbClr val="00B050"/>
                </a:solidFill>
              </a:rPr>
              <a:t>Assistant Professor</a:t>
            </a:r>
          </a:p>
          <a:p>
            <a:pPr marL="0" indent="0" algn="ctr">
              <a:buFont typeface="Arial" panose="020B0604020202020204" pitchFamily="34" charset="0"/>
              <a:buNone/>
            </a:pPr>
            <a:r>
              <a:rPr lang="en-US" sz="2400" dirty="0">
                <a:solidFill>
                  <a:srgbClr val="00B050"/>
                </a:solidFill>
              </a:rPr>
              <a:t>Department of Computer Science and Engineering </a:t>
            </a:r>
          </a:p>
          <a:p>
            <a:pPr marL="0" indent="0">
              <a:buFont typeface="Arial" panose="020B0604020202020204" pitchFamily="34" charset="0"/>
              <a:buNone/>
            </a:pPr>
            <a:endParaRPr lang="en-US" sz="2400" dirty="0">
              <a:solidFill>
                <a:srgbClr val="00B050"/>
              </a:solidFill>
            </a:endParaRPr>
          </a:p>
        </p:txBody>
      </p:sp>
      <p:sp>
        <p:nvSpPr>
          <p:cNvPr id="4" name="Footer Placeholder 3">
            <a:extLst>
              <a:ext uri="{FF2B5EF4-FFF2-40B4-BE49-F238E27FC236}">
                <a16:creationId xmlns:a16="http://schemas.microsoft.com/office/drawing/2014/main" id="{CD9864F2-F4A5-DC53-C4B3-F9C0A49E4A32}"/>
              </a:ext>
            </a:extLst>
          </p:cNvPr>
          <p:cNvSpPr>
            <a:spLocks noGrp="1"/>
          </p:cNvSpPr>
          <p:nvPr>
            <p:ph type="ftr" sz="quarter" idx="11"/>
          </p:nvPr>
        </p:nvSpPr>
        <p:spPr/>
        <p:txBody>
          <a:bodyPr/>
          <a:lstStyle/>
          <a:p>
            <a:r>
              <a:rPr lang="en-US" dirty="0">
                <a:solidFill>
                  <a:schemeClr val="bg1"/>
                </a:solidFill>
              </a:rPr>
              <a:t>0th REVIEW           </a:t>
            </a:r>
          </a:p>
        </p:txBody>
      </p:sp>
      <p:sp>
        <p:nvSpPr>
          <p:cNvPr id="5" name="Slide Number Placeholder 4">
            <a:extLst>
              <a:ext uri="{FF2B5EF4-FFF2-40B4-BE49-F238E27FC236}">
                <a16:creationId xmlns:a16="http://schemas.microsoft.com/office/drawing/2014/main" id="{913C41FE-7D1F-E7DF-F0EB-DE18D39555E3}"/>
              </a:ext>
            </a:extLst>
          </p:cNvPr>
          <p:cNvSpPr>
            <a:spLocks noGrp="1"/>
          </p:cNvSpPr>
          <p:nvPr>
            <p:ph type="sldNum" sz="quarter" idx="12"/>
          </p:nvPr>
        </p:nvSpPr>
        <p:spPr/>
        <p:txBody>
          <a:bodyPr/>
          <a:lstStyle/>
          <a:p>
            <a:fld id="{B961B71F-4B40-8942-BB88-E0F5C0B46E10}" type="slidenum">
              <a:rPr lang="en-US" smtClean="0"/>
              <a:t>1</a:t>
            </a:fld>
            <a:endParaRPr lang="en-US"/>
          </a:p>
        </p:txBody>
      </p:sp>
      <p:pic>
        <p:nvPicPr>
          <p:cNvPr id="7" name="Pictur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056040" y="4860024"/>
            <a:ext cx="2618924" cy="1243012"/>
          </a:xfrm>
          <a:prstGeom prst="rect">
            <a:avLst/>
          </a:prstGeom>
        </p:spPr>
      </p:pic>
      <p:graphicFrame>
        <p:nvGraphicFramePr>
          <p:cNvPr id="12" name="Table 11">
            <a:extLst>
              <a:ext uri="{FF2B5EF4-FFF2-40B4-BE49-F238E27FC236}">
                <a16:creationId xmlns:a16="http://schemas.microsoft.com/office/drawing/2014/main" id="{F5C1A452-4633-BB68-A150-FAF552C36CB9}"/>
              </a:ext>
            </a:extLst>
          </p:cNvPr>
          <p:cNvGraphicFramePr>
            <a:graphicFrameLocks noGrp="1"/>
          </p:cNvGraphicFramePr>
          <p:nvPr>
            <p:extLst>
              <p:ext uri="{D42A27DB-BD31-4B8C-83A1-F6EECF244321}">
                <p14:modId xmlns:p14="http://schemas.microsoft.com/office/powerpoint/2010/main" val="2490212197"/>
              </p:ext>
            </p:extLst>
          </p:nvPr>
        </p:nvGraphicFramePr>
        <p:xfrm>
          <a:off x="2032000" y="1680962"/>
          <a:ext cx="8128000" cy="1186064"/>
        </p:xfrm>
        <a:graphic>
          <a:graphicData uri="http://schemas.openxmlformats.org/drawingml/2006/table">
            <a:tbl>
              <a:tblPr firstRow="1" bandRow="1">
                <a:tableStyleId>{5940675A-B579-460E-94D1-54222C63F5DA}</a:tableStyleId>
              </a:tblPr>
              <a:tblGrid>
                <a:gridCol w="4064000">
                  <a:extLst>
                    <a:ext uri="{9D8B030D-6E8A-4147-A177-3AD203B41FA5}">
                      <a16:colId xmlns:a16="http://schemas.microsoft.com/office/drawing/2014/main" val="2649491121"/>
                    </a:ext>
                  </a:extLst>
                </a:gridCol>
                <a:gridCol w="4064000">
                  <a:extLst>
                    <a:ext uri="{9D8B030D-6E8A-4147-A177-3AD203B41FA5}">
                      <a16:colId xmlns:a16="http://schemas.microsoft.com/office/drawing/2014/main" val="1478369533"/>
                    </a:ext>
                  </a:extLst>
                </a:gridCol>
              </a:tblGrid>
              <a:tr h="444384">
                <a:tc>
                  <a:txBody>
                    <a:bodyPr/>
                    <a:lstStyle/>
                    <a:p>
                      <a:r>
                        <a:rPr lang="en-US" sz="1800" dirty="0">
                          <a:solidFill>
                            <a:schemeClr val="accent1">
                              <a:lumMod val="50000"/>
                            </a:schemeClr>
                          </a:solidFill>
                          <a:latin typeface="Calibri" pitchFamily="34" charset="0"/>
                          <a:ea typeface="Calibri" pitchFamily="34" charset="-122"/>
                          <a:cs typeface="Calibri" pitchFamily="34" charset="-120"/>
                        </a:rPr>
                        <a:t>B. Vida Swetha </a:t>
                      </a:r>
                      <a:endParaRPr lang="en-US" dirty="0"/>
                    </a:p>
                  </a:txBody>
                  <a:tcPr/>
                </a:tc>
                <a:tc>
                  <a:txBody>
                    <a:bodyPr/>
                    <a:lstStyle/>
                    <a:p>
                      <a:r>
                        <a:rPr lang="en-US" dirty="0">
                          <a:solidFill>
                            <a:schemeClr val="accent1">
                              <a:lumMod val="50000"/>
                            </a:schemeClr>
                          </a:solidFill>
                        </a:rPr>
                        <a:t>2520030100</a:t>
                      </a:r>
                    </a:p>
                  </a:txBody>
                  <a:tcPr/>
                </a:tc>
                <a:extLst>
                  <a:ext uri="{0D108BD9-81ED-4DB2-BD59-A6C34878D82A}">
                    <a16:rowId xmlns:a16="http://schemas.microsoft.com/office/drawing/2014/main" val="253518174"/>
                  </a:ext>
                </a:extLst>
              </a:tr>
              <a:tr h="370840">
                <a:tc>
                  <a:txBody>
                    <a:bodyPr/>
                    <a:lstStyle/>
                    <a:p>
                      <a:r>
                        <a:rPr lang="en-US" dirty="0">
                          <a:solidFill>
                            <a:schemeClr val="accent1">
                              <a:lumMod val="50000"/>
                            </a:schemeClr>
                          </a:solidFill>
                        </a:rPr>
                        <a:t>T. Meghana Sai</a:t>
                      </a:r>
                    </a:p>
                  </a:txBody>
                  <a:tcPr/>
                </a:tc>
                <a:tc>
                  <a:txBody>
                    <a:bodyPr/>
                    <a:lstStyle/>
                    <a:p>
                      <a:r>
                        <a:rPr lang="en-US" dirty="0">
                          <a:solidFill>
                            <a:schemeClr val="accent1">
                              <a:lumMod val="50000"/>
                            </a:schemeClr>
                          </a:solidFill>
                        </a:rPr>
                        <a:t>2520030245</a:t>
                      </a:r>
                    </a:p>
                  </a:txBody>
                  <a:tcPr/>
                </a:tc>
                <a:extLst>
                  <a:ext uri="{0D108BD9-81ED-4DB2-BD59-A6C34878D82A}">
                    <a16:rowId xmlns:a16="http://schemas.microsoft.com/office/drawing/2014/main" val="2413438055"/>
                  </a:ext>
                </a:extLst>
              </a:tr>
              <a:tr h="370840">
                <a:tc>
                  <a:txBody>
                    <a:bodyPr/>
                    <a:lstStyle/>
                    <a:p>
                      <a:r>
                        <a:rPr lang="en-US" dirty="0">
                          <a:solidFill>
                            <a:schemeClr val="accent1">
                              <a:lumMod val="50000"/>
                            </a:schemeClr>
                          </a:solidFill>
                        </a:rPr>
                        <a:t>K. Akshitha Reddy</a:t>
                      </a:r>
                    </a:p>
                  </a:txBody>
                  <a:tcPr/>
                </a:tc>
                <a:tc>
                  <a:txBody>
                    <a:bodyPr/>
                    <a:lstStyle/>
                    <a:p>
                      <a:r>
                        <a:rPr lang="en-US" dirty="0">
                          <a:solidFill>
                            <a:schemeClr val="accent1">
                              <a:lumMod val="50000"/>
                            </a:schemeClr>
                          </a:solidFill>
                        </a:rPr>
                        <a:t>2520030233</a:t>
                      </a:r>
                    </a:p>
                  </a:txBody>
                  <a:tcPr/>
                </a:tc>
                <a:extLst>
                  <a:ext uri="{0D108BD9-81ED-4DB2-BD59-A6C34878D82A}">
                    <a16:rowId xmlns:a16="http://schemas.microsoft.com/office/drawing/2014/main" val="2584183484"/>
                  </a:ext>
                </a:extLst>
              </a:tr>
            </a:tbl>
          </a:graphicData>
        </a:graphic>
      </p:graphicFrame>
    </p:spTree>
    <p:extLst>
      <p:ext uri="{BB962C8B-B14F-4D97-AF65-F5344CB8AC3E}">
        <p14:creationId xmlns:p14="http://schemas.microsoft.com/office/powerpoint/2010/main" val="33625541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0F0159-92E9-5749-2215-8FA86E40BAF0}"/>
              </a:ext>
            </a:extLst>
          </p:cNvPr>
          <p:cNvSpPr>
            <a:spLocks noGrp="1"/>
          </p:cNvSpPr>
          <p:nvPr>
            <p:ph type="title"/>
          </p:nvPr>
        </p:nvSpPr>
        <p:spPr>
          <a:xfrm>
            <a:off x="1424484" y="374681"/>
            <a:ext cx="9343030" cy="726696"/>
          </a:xfrm>
        </p:spPr>
        <p:txBody>
          <a:bodyPr>
            <a:normAutofit/>
          </a:bodyPr>
          <a:lstStyle/>
          <a:p>
            <a:pPr algn="ctr"/>
            <a:r>
              <a:rPr lang="en-US" sz="3200" b="1" dirty="0">
                <a:solidFill>
                  <a:srgbClr val="0070C0"/>
                </a:solidFill>
              </a:rPr>
              <a:t>GROUP NUMBER:1</a:t>
            </a:r>
            <a:endParaRPr lang="en-IN" sz="3200" b="1" dirty="0">
              <a:solidFill>
                <a:srgbClr val="0070C0"/>
              </a:solidFill>
            </a:endParaRPr>
          </a:p>
        </p:txBody>
      </p:sp>
      <p:sp>
        <p:nvSpPr>
          <p:cNvPr id="5" name="Footer Placeholder 4">
            <a:extLst>
              <a:ext uri="{FF2B5EF4-FFF2-40B4-BE49-F238E27FC236}">
                <a16:creationId xmlns:a16="http://schemas.microsoft.com/office/drawing/2014/main" id="{8C1BEE83-A330-74AD-884C-C19F63D46C5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E68CDC1-D8FB-8D4B-F57A-06B2C414C5B5}"/>
              </a:ext>
            </a:extLst>
          </p:cNvPr>
          <p:cNvSpPr>
            <a:spLocks noGrp="1"/>
          </p:cNvSpPr>
          <p:nvPr>
            <p:ph type="sldNum" sz="quarter" idx="12"/>
          </p:nvPr>
        </p:nvSpPr>
        <p:spPr/>
        <p:txBody>
          <a:bodyPr/>
          <a:lstStyle/>
          <a:p>
            <a:fld id="{B961B71F-4B40-8942-BB88-E0F5C0B46E10}" type="slidenum">
              <a:rPr lang="en-US" smtClean="0"/>
              <a:t>2</a:t>
            </a:fld>
            <a:endParaRPr lang="en-US"/>
          </a:p>
        </p:txBody>
      </p:sp>
      <p:graphicFrame>
        <p:nvGraphicFramePr>
          <p:cNvPr id="7" name="Table 10">
            <a:extLst>
              <a:ext uri="{FF2B5EF4-FFF2-40B4-BE49-F238E27FC236}">
                <a16:creationId xmlns:a16="http://schemas.microsoft.com/office/drawing/2014/main" id="{BD94FEB8-52D1-2D12-5891-6583D8FD44BE}"/>
              </a:ext>
            </a:extLst>
          </p:cNvPr>
          <p:cNvGraphicFramePr>
            <a:graphicFrameLocks noGrp="1"/>
          </p:cNvGraphicFramePr>
          <p:nvPr>
            <p:ph idx="1"/>
            <p:extLst>
              <p:ext uri="{D42A27DB-BD31-4B8C-83A1-F6EECF244321}">
                <p14:modId xmlns:p14="http://schemas.microsoft.com/office/powerpoint/2010/main" val="1585332467"/>
              </p:ext>
            </p:extLst>
          </p:nvPr>
        </p:nvGraphicFramePr>
        <p:xfrm>
          <a:off x="521366" y="1380099"/>
          <a:ext cx="10832434" cy="4768039"/>
        </p:xfrm>
        <a:graphic>
          <a:graphicData uri="http://schemas.openxmlformats.org/drawingml/2006/table">
            <a:tbl>
              <a:tblPr firstRow="1" bandRow="1">
                <a:tableStyleId>{5A111915-BE36-4E01-A7E5-04B1672EAD32}</a:tableStyleId>
              </a:tblPr>
              <a:tblGrid>
                <a:gridCol w="5416217">
                  <a:extLst>
                    <a:ext uri="{9D8B030D-6E8A-4147-A177-3AD203B41FA5}">
                      <a16:colId xmlns:a16="http://schemas.microsoft.com/office/drawing/2014/main" val="446563831"/>
                    </a:ext>
                  </a:extLst>
                </a:gridCol>
                <a:gridCol w="5416217">
                  <a:extLst>
                    <a:ext uri="{9D8B030D-6E8A-4147-A177-3AD203B41FA5}">
                      <a16:colId xmlns:a16="http://schemas.microsoft.com/office/drawing/2014/main" val="4175382372"/>
                    </a:ext>
                  </a:extLst>
                </a:gridCol>
              </a:tblGrid>
              <a:tr h="401523">
                <a:tc>
                  <a:txBody>
                    <a:bodyPr/>
                    <a:lstStyle/>
                    <a:p>
                      <a:pPr algn="ctr"/>
                      <a:r>
                        <a:rPr lang="en-US" dirty="0"/>
                        <a:t>Name of Candidate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dirty="0"/>
                        <a:t>Role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17162894"/>
                  </a:ext>
                </a:extLst>
              </a:tr>
              <a:tr h="1282292">
                <a:tc>
                  <a:txBody>
                    <a:bodyPr/>
                    <a:lstStyle/>
                    <a:p>
                      <a:r>
                        <a:rPr lang="en-US" dirty="0">
                          <a:latin typeface="+mn-lt"/>
                        </a:rPr>
                        <a:t>B. Vida Swetha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Backend Development &amp; API Design:</a:t>
                      </a:r>
                      <a:r>
                        <a:rPr lang="en-US" dirty="0"/>
                        <a:t> Developed the Node.js/Express.js backend, created REST APIs for blood donors, blood stock, blood requests and users, and implemented server-side request handling.</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71584153"/>
                  </a:ext>
                </a:extLst>
              </a:tr>
              <a:tr h="1578206">
                <a:tc>
                  <a:txBody>
                    <a:bodyPr/>
                    <a:lstStyle/>
                    <a:p>
                      <a:r>
                        <a:rPr lang="en-US" dirty="0"/>
                        <a:t>T. Meghana Sai</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b="1" dirty="0"/>
                        <a:t>Database &amp; Backend Integration:</a:t>
                      </a:r>
                      <a:r>
                        <a:rPr lang="en-US" dirty="0"/>
                        <a:t> Designed the MySQL database schema and integrated it with the Express.js backend. Developed SQL queries and backend services for CRUD operations and database communication.</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1687620"/>
                  </a:ext>
                </a:extLst>
              </a:tr>
              <a:tr h="150601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K. Akshitha Reddy</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b="1" dirty="0"/>
                        <a:t>Backend Features, Validation &amp; Testing:</a:t>
                      </a:r>
                      <a:r>
                        <a:rPr lang="en-IN" dirty="0"/>
                        <a:t> Implemented backend modules for blood availability, donor/request management and user operations. Added input validation, error handling, and tested backend APIs using Postman.</a:t>
                      </a:r>
                      <a:endParaRPr lang="en-US" b="0" dirty="0">
                        <a:solidFill>
                          <a:schemeClr val="tx1">
                            <a:alpha val="31000"/>
                          </a:schemeClr>
                        </a:solidFill>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249241275"/>
                  </a:ext>
                </a:extLst>
              </a:tr>
            </a:tbl>
          </a:graphicData>
        </a:graphic>
      </p:graphicFrame>
    </p:spTree>
    <p:extLst>
      <p:ext uri="{BB962C8B-B14F-4D97-AF65-F5344CB8AC3E}">
        <p14:creationId xmlns:p14="http://schemas.microsoft.com/office/powerpoint/2010/main" val="118393671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2C21A4-4335-3E69-90C0-3A67A34B2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C32EA0-1B53-65AA-CA98-61C6349CC410}"/>
              </a:ext>
            </a:extLst>
          </p:cNvPr>
          <p:cNvSpPr>
            <a:spLocks noGrp="1"/>
          </p:cNvSpPr>
          <p:nvPr>
            <p:ph type="title"/>
          </p:nvPr>
        </p:nvSpPr>
        <p:spPr/>
        <p:txBody>
          <a:bodyPr>
            <a:normAutofit/>
          </a:bodyPr>
          <a:lstStyle/>
          <a:p>
            <a:pPr algn="ctr"/>
            <a:r>
              <a:rPr lang="en-IN" sz="3200" b="1" dirty="0">
                <a:solidFill>
                  <a:srgbClr val="0070C0"/>
                </a:solidFill>
              </a:rPr>
              <a:t>ABSTRACT</a:t>
            </a:r>
          </a:p>
        </p:txBody>
      </p:sp>
      <p:sp>
        <p:nvSpPr>
          <p:cNvPr id="5" name="Footer Placeholder 4">
            <a:extLst>
              <a:ext uri="{FF2B5EF4-FFF2-40B4-BE49-F238E27FC236}">
                <a16:creationId xmlns:a16="http://schemas.microsoft.com/office/drawing/2014/main" id="{5A208674-D9B3-10B6-5D9C-41DD5304014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CFCCDEA6-9764-F9AA-B69B-6D32503B085E}"/>
              </a:ext>
            </a:extLst>
          </p:cNvPr>
          <p:cNvSpPr>
            <a:spLocks noGrp="1"/>
          </p:cNvSpPr>
          <p:nvPr>
            <p:ph type="sldNum" sz="quarter" idx="12"/>
          </p:nvPr>
        </p:nvSpPr>
        <p:spPr/>
        <p:txBody>
          <a:bodyPr/>
          <a:lstStyle/>
          <a:p>
            <a:fld id="{B961B71F-4B40-8942-BB88-E0F5C0B46E10}" type="slidenum">
              <a:rPr lang="en-US" smtClean="0"/>
              <a:t>3</a:t>
            </a:fld>
            <a:endParaRPr lang="en-US"/>
          </a:p>
        </p:txBody>
      </p:sp>
      <p:sp>
        <p:nvSpPr>
          <p:cNvPr id="4" name="Content Placeholder 3">
            <a:extLst>
              <a:ext uri="{FF2B5EF4-FFF2-40B4-BE49-F238E27FC236}">
                <a16:creationId xmlns:a16="http://schemas.microsoft.com/office/drawing/2014/main" id="{A4A63587-658B-D9DC-0DC8-293DA4D38FF8}"/>
              </a:ext>
            </a:extLst>
          </p:cNvPr>
          <p:cNvSpPr>
            <a:spLocks noGrp="1"/>
          </p:cNvSpPr>
          <p:nvPr>
            <p:ph idx="1"/>
          </p:nvPr>
        </p:nvSpPr>
        <p:spPr>
          <a:xfrm>
            <a:off x="838200" y="1462088"/>
            <a:ext cx="10515600" cy="5030787"/>
          </a:xfrm>
        </p:spPr>
        <p:txBody>
          <a:bodyPr/>
          <a:lstStyle/>
          <a:p>
            <a:r>
              <a:rPr lang="en-US" sz="2600" dirty="0"/>
              <a:t>The Blood Bank Management System is a web-based application designed to manage blood donors, blood inventory, blood requests, and user information efficiently.</a:t>
            </a:r>
          </a:p>
          <a:p>
            <a:pPr marL="0" indent="0">
              <a:buNone/>
            </a:pPr>
            <a:endParaRPr lang="en-US" sz="2600" dirty="0"/>
          </a:p>
          <a:p>
            <a:r>
              <a:rPr lang="en-US" sz="2600" dirty="0"/>
              <a:t> The system uses Node.js and Express.js for backend development and MySQL for database management. REST APIs are used to connect the application components with the database and perform operations such as adding donors, updating blood stock, searching blood availability, and managing blood requests.</a:t>
            </a:r>
          </a:p>
          <a:p>
            <a:endParaRPr lang="en-US" sz="2600" dirty="0"/>
          </a:p>
          <a:p>
            <a:r>
              <a:rPr lang="en-US" sz="2600" dirty="0"/>
              <a:t> The system reduces manual record keeping, improves data accuracy, and provides faster access to blood-related information</a:t>
            </a:r>
            <a:r>
              <a:rPr lang="en-US" dirty="0"/>
              <a:t>.</a:t>
            </a:r>
          </a:p>
          <a:p>
            <a:endParaRPr lang="en-US" dirty="0"/>
          </a:p>
        </p:txBody>
      </p:sp>
    </p:spTree>
    <p:extLst>
      <p:ext uri="{BB962C8B-B14F-4D97-AF65-F5344CB8AC3E}">
        <p14:creationId xmlns:p14="http://schemas.microsoft.com/office/powerpoint/2010/main" val="42064218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1C98CD-164D-D85C-3C57-86DE945BC4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B67F0A-F575-131F-4FAD-BB774017A307}"/>
              </a:ext>
            </a:extLst>
          </p:cNvPr>
          <p:cNvSpPr>
            <a:spLocks noGrp="1"/>
          </p:cNvSpPr>
          <p:nvPr>
            <p:ph type="title"/>
          </p:nvPr>
        </p:nvSpPr>
        <p:spPr/>
        <p:txBody>
          <a:bodyPr>
            <a:normAutofit/>
          </a:bodyPr>
          <a:lstStyle/>
          <a:p>
            <a:pPr algn="ctr"/>
            <a:r>
              <a:rPr lang="en-IN" sz="3200" b="1" dirty="0">
                <a:solidFill>
                  <a:srgbClr val="0070C0"/>
                </a:solidFill>
              </a:rPr>
              <a:t>INTRDOUCTION</a:t>
            </a:r>
            <a:endParaRPr lang="en-IN" sz="3200" dirty="0">
              <a:solidFill>
                <a:srgbClr val="0070C0"/>
              </a:solidFill>
            </a:endParaRPr>
          </a:p>
        </p:txBody>
      </p:sp>
      <p:sp>
        <p:nvSpPr>
          <p:cNvPr id="5" name="Footer Placeholder 4">
            <a:extLst>
              <a:ext uri="{FF2B5EF4-FFF2-40B4-BE49-F238E27FC236}">
                <a16:creationId xmlns:a16="http://schemas.microsoft.com/office/drawing/2014/main" id="{975BEFBF-E399-A1D2-ED5E-57C497A7912E}"/>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2865F5E2-7F9E-F67E-1C1D-E2C463D8F91F}"/>
              </a:ext>
            </a:extLst>
          </p:cNvPr>
          <p:cNvSpPr>
            <a:spLocks noGrp="1"/>
          </p:cNvSpPr>
          <p:nvPr>
            <p:ph type="sldNum" sz="quarter" idx="12"/>
          </p:nvPr>
        </p:nvSpPr>
        <p:spPr/>
        <p:txBody>
          <a:bodyPr/>
          <a:lstStyle/>
          <a:p>
            <a:fld id="{B961B71F-4B40-8942-BB88-E0F5C0B46E10}" type="slidenum">
              <a:rPr lang="en-US" smtClean="0"/>
              <a:t>4</a:t>
            </a:fld>
            <a:endParaRPr lang="en-US"/>
          </a:p>
        </p:txBody>
      </p:sp>
      <p:sp>
        <p:nvSpPr>
          <p:cNvPr id="4" name="Content Placeholder 3">
            <a:extLst>
              <a:ext uri="{FF2B5EF4-FFF2-40B4-BE49-F238E27FC236}">
                <a16:creationId xmlns:a16="http://schemas.microsoft.com/office/drawing/2014/main" id="{B50241EE-20FA-FE88-F0CE-F84CFE3ED762}"/>
              </a:ext>
            </a:extLst>
          </p:cNvPr>
          <p:cNvSpPr>
            <a:spLocks noGrp="1"/>
          </p:cNvSpPr>
          <p:nvPr>
            <p:ph idx="1"/>
          </p:nvPr>
        </p:nvSpPr>
        <p:spPr>
          <a:xfrm>
            <a:off x="483079" y="1746849"/>
            <a:ext cx="11335109" cy="4974626"/>
          </a:xfrm>
        </p:spPr>
        <p:txBody>
          <a:bodyPr/>
          <a:lstStyle/>
          <a:p>
            <a:r>
              <a:rPr lang="en-US" dirty="0"/>
              <a:t>Blood banks handle large amounts of information related to donors, blood groups, blood units, requests, and availability. Managing this information manually can be time-consuming and may lead to errors or difficulty in retrieving updated records.</a:t>
            </a:r>
          </a:p>
          <a:p>
            <a:r>
              <a:rPr lang="en-US" dirty="0"/>
              <a:t>The proposed Blood Bank Management System provides a centralized backend and database system to manage these operations.</a:t>
            </a:r>
          </a:p>
          <a:p>
            <a:r>
              <a:rPr lang="en-US" dirty="0"/>
              <a:t> The Express.js backend handles business logic and REST API requests, while MySQL securely stores and manages the data.</a:t>
            </a:r>
          </a:p>
          <a:p>
            <a:r>
              <a:rPr lang="en-US" dirty="0"/>
              <a:t> This allows blood bank operations to be performed in a structured, reliable, and efficient manner.</a:t>
            </a:r>
          </a:p>
          <a:p>
            <a:endParaRPr lang="en-US" dirty="0"/>
          </a:p>
        </p:txBody>
      </p:sp>
    </p:spTree>
    <p:extLst>
      <p:ext uri="{BB962C8B-B14F-4D97-AF65-F5344CB8AC3E}">
        <p14:creationId xmlns:p14="http://schemas.microsoft.com/office/powerpoint/2010/main" val="210509236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A8186F-83EF-F797-3CF5-E0EB652B64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5BADAA0-09CB-B341-1C09-04229CE6998C}"/>
              </a:ext>
            </a:extLst>
          </p:cNvPr>
          <p:cNvSpPr>
            <a:spLocks noGrp="1"/>
          </p:cNvSpPr>
          <p:nvPr>
            <p:ph type="title"/>
          </p:nvPr>
        </p:nvSpPr>
        <p:spPr/>
        <p:txBody>
          <a:bodyPr>
            <a:normAutofit/>
          </a:bodyPr>
          <a:lstStyle/>
          <a:p>
            <a:pPr algn="ctr"/>
            <a:r>
              <a:rPr lang="en-IN" sz="3200" b="1" dirty="0">
                <a:solidFill>
                  <a:srgbClr val="0070C0"/>
                </a:solidFill>
              </a:rPr>
              <a:t>EXISTING SYSTEM</a:t>
            </a:r>
            <a:endParaRPr lang="en-IN" sz="3200" dirty="0">
              <a:solidFill>
                <a:srgbClr val="0070C0"/>
              </a:solidFill>
            </a:endParaRPr>
          </a:p>
        </p:txBody>
      </p:sp>
      <p:sp>
        <p:nvSpPr>
          <p:cNvPr id="5" name="Footer Placeholder 4">
            <a:extLst>
              <a:ext uri="{FF2B5EF4-FFF2-40B4-BE49-F238E27FC236}">
                <a16:creationId xmlns:a16="http://schemas.microsoft.com/office/drawing/2014/main" id="{A28FD481-001E-20A8-DE67-D9A8495940B4}"/>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D26E39B-0946-7E2E-7624-441AA6BEEDFB}"/>
              </a:ext>
            </a:extLst>
          </p:cNvPr>
          <p:cNvSpPr>
            <a:spLocks noGrp="1"/>
          </p:cNvSpPr>
          <p:nvPr>
            <p:ph type="sldNum" sz="quarter" idx="12"/>
          </p:nvPr>
        </p:nvSpPr>
        <p:spPr/>
        <p:txBody>
          <a:bodyPr/>
          <a:lstStyle/>
          <a:p>
            <a:fld id="{B961B71F-4B40-8942-BB88-E0F5C0B46E10}" type="slidenum">
              <a:rPr lang="en-US" smtClean="0"/>
              <a:t>5</a:t>
            </a:fld>
            <a:endParaRPr lang="en-US"/>
          </a:p>
        </p:txBody>
      </p:sp>
      <p:sp>
        <p:nvSpPr>
          <p:cNvPr id="4" name="Content Placeholder 3">
            <a:extLst>
              <a:ext uri="{FF2B5EF4-FFF2-40B4-BE49-F238E27FC236}">
                <a16:creationId xmlns:a16="http://schemas.microsoft.com/office/drawing/2014/main" id="{056021FD-8573-454E-AAE6-0DB770428D43}"/>
              </a:ext>
            </a:extLst>
          </p:cNvPr>
          <p:cNvSpPr>
            <a:spLocks noGrp="1"/>
          </p:cNvSpPr>
          <p:nvPr>
            <p:ph idx="1"/>
          </p:nvPr>
        </p:nvSpPr>
        <p:spPr/>
        <p:txBody>
          <a:bodyPr/>
          <a:lstStyle/>
          <a:p>
            <a:r>
              <a:rPr lang="en-US" b="1" dirty="0"/>
              <a:t>Existing blood bank management methods commonly include:</a:t>
            </a:r>
          </a:p>
          <a:p>
            <a:r>
              <a:rPr lang="en-US" dirty="0"/>
              <a:t>Manual registers and paper-based records. </a:t>
            </a:r>
          </a:p>
          <a:p>
            <a:r>
              <a:rPr lang="en-US" dirty="0"/>
              <a:t>Spreadsheet-based blood inventory management. </a:t>
            </a:r>
          </a:p>
          <a:p>
            <a:r>
              <a:rPr lang="en-US" dirty="0"/>
              <a:t>Separate systems for donors, blood stock, and requests. </a:t>
            </a:r>
          </a:p>
          <a:p>
            <a:r>
              <a:rPr lang="en-US" dirty="0"/>
              <a:t>Manual searching and updating of blood availability. </a:t>
            </a:r>
          </a:p>
          <a:p>
            <a:r>
              <a:rPr lang="en-US" dirty="0"/>
              <a:t>Limited integration between application and database. </a:t>
            </a:r>
          </a:p>
          <a:p>
            <a:r>
              <a:rPr lang="en-US" dirty="0"/>
              <a:t>Higher possibility of duplicate or outdated records. </a:t>
            </a:r>
          </a:p>
          <a:p>
            <a:r>
              <a:rPr lang="en-US" dirty="0"/>
              <a:t>Difficulty in tracking blood requests and inventory changes.</a:t>
            </a:r>
          </a:p>
          <a:p>
            <a:endParaRPr lang="en-US" dirty="0"/>
          </a:p>
        </p:txBody>
      </p:sp>
    </p:spTree>
    <p:extLst>
      <p:ext uri="{BB962C8B-B14F-4D97-AF65-F5344CB8AC3E}">
        <p14:creationId xmlns:p14="http://schemas.microsoft.com/office/powerpoint/2010/main" val="34850867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7D086-C570-6965-FE9B-0BC9CC8DC9F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739E69-F203-A171-A5A3-B886BB15A4B9}"/>
              </a:ext>
            </a:extLst>
          </p:cNvPr>
          <p:cNvSpPr>
            <a:spLocks noGrp="1"/>
          </p:cNvSpPr>
          <p:nvPr>
            <p:ph type="title"/>
          </p:nvPr>
        </p:nvSpPr>
        <p:spPr/>
        <p:txBody>
          <a:bodyPr>
            <a:normAutofit/>
          </a:bodyPr>
          <a:lstStyle/>
          <a:p>
            <a:pPr algn="ctr"/>
            <a:r>
              <a:rPr lang="en-IN" sz="3200" b="1" dirty="0">
                <a:solidFill>
                  <a:srgbClr val="0070C0"/>
                </a:solidFill>
              </a:rPr>
              <a:t>PROBLEM</a:t>
            </a:r>
            <a:endParaRPr lang="en-IN" sz="3200" dirty="0">
              <a:solidFill>
                <a:srgbClr val="0070C0"/>
              </a:solidFill>
            </a:endParaRPr>
          </a:p>
        </p:txBody>
      </p:sp>
      <p:sp>
        <p:nvSpPr>
          <p:cNvPr id="5" name="Footer Placeholder 4">
            <a:extLst>
              <a:ext uri="{FF2B5EF4-FFF2-40B4-BE49-F238E27FC236}">
                <a16:creationId xmlns:a16="http://schemas.microsoft.com/office/drawing/2014/main" id="{CBD7E664-BF08-3F4A-316F-C5F90E27A19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41522F1-A86A-A779-FD8E-AD3FAD0133B7}"/>
              </a:ext>
            </a:extLst>
          </p:cNvPr>
          <p:cNvSpPr>
            <a:spLocks noGrp="1"/>
          </p:cNvSpPr>
          <p:nvPr>
            <p:ph type="sldNum" sz="quarter" idx="12"/>
          </p:nvPr>
        </p:nvSpPr>
        <p:spPr/>
        <p:txBody>
          <a:bodyPr/>
          <a:lstStyle/>
          <a:p>
            <a:fld id="{B961B71F-4B40-8942-BB88-E0F5C0B46E10}" type="slidenum">
              <a:rPr lang="en-US" smtClean="0"/>
              <a:t>6</a:t>
            </a:fld>
            <a:endParaRPr lang="en-US"/>
          </a:p>
        </p:txBody>
      </p:sp>
      <p:sp>
        <p:nvSpPr>
          <p:cNvPr id="4" name="Content Placeholder 3">
            <a:extLst>
              <a:ext uri="{FF2B5EF4-FFF2-40B4-BE49-F238E27FC236}">
                <a16:creationId xmlns:a16="http://schemas.microsoft.com/office/drawing/2014/main" id="{1A1C0964-43C5-DE58-F74B-F0B3B1F5C984}"/>
              </a:ext>
            </a:extLst>
          </p:cNvPr>
          <p:cNvSpPr>
            <a:spLocks noGrp="1"/>
          </p:cNvSpPr>
          <p:nvPr>
            <p:ph idx="1"/>
          </p:nvPr>
        </p:nvSpPr>
        <p:spPr/>
        <p:txBody>
          <a:bodyPr/>
          <a:lstStyle/>
          <a:p>
            <a:r>
              <a:rPr lang="en-US" dirty="0"/>
              <a:t>Traditional or partially computerized blood bank systems may not provide centralized and real-time data management. </a:t>
            </a:r>
          </a:p>
          <a:p>
            <a:pPr marL="0" indent="0">
              <a:buNone/>
            </a:pPr>
            <a:endParaRPr lang="en-US" dirty="0"/>
          </a:p>
          <a:p>
            <a:r>
              <a:rPr lang="en-US" dirty="0"/>
              <a:t>Maintaining donor details, blood inventory, and blood requests separately can result in data duplication, delays, and human errors.</a:t>
            </a:r>
          </a:p>
          <a:p>
            <a:pPr marL="0" indent="0">
              <a:buNone/>
            </a:pPr>
            <a:endParaRPr lang="en-US" dirty="0"/>
          </a:p>
          <a:p>
            <a:r>
              <a:rPr lang="en-US" dirty="0"/>
              <a:t>There is therefore a need for a system that can centralize blood bank data and provide reliable backend APIs for managing and retrieving information efficiently.</a:t>
            </a:r>
          </a:p>
          <a:p>
            <a:endParaRPr lang="en-US" dirty="0"/>
          </a:p>
        </p:txBody>
      </p:sp>
    </p:spTree>
    <p:extLst>
      <p:ext uri="{BB962C8B-B14F-4D97-AF65-F5344CB8AC3E}">
        <p14:creationId xmlns:p14="http://schemas.microsoft.com/office/powerpoint/2010/main" val="202922496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B1D2BB-24DC-B783-7CA6-93F4D0FDD5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DF7F70-D950-780B-9427-7B1B3DAFF9D0}"/>
              </a:ext>
            </a:extLst>
          </p:cNvPr>
          <p:cNvSpPr>
            <a:spLocks noGrp="1"/>
          </p:cNvSpPr>
          <p:nvPr>
            <p:ph type="title"/>
          </p:nvPr>
        </p:nvSpPr>
        <p:spPr/>
        <p:txBody>
          <a:bodyPr>
            <a:normAutofit/>
          </a:bodyPr>
          <a:lstStyle/>
          <a:p>
            <a:pPr algn="ctr"/>
            <a:r>
              <a:rPr lang="en-IN" sz="3200" b="1" dirty="0">
                <a:solidFill>
                  <a:srgbClr val="0070C0"/>
                </a:solidFill>
              </a:rPr>
              <a:t>SOLUTION(Contribution)</a:t>
            </a:r>
            <a:endParaRPr lang="en-IN" sz="3200" dirty="0">
              <a:solidFill>
                <a:srgbClr val="0070C0"/>
              </a:solidFill>
            </a:endParaRPr>
          </a:p>
        </p:txBody>
      </p:sp>
      <p:sp>
        <p:nvSpPr>
          <p:cNvPr id="5" name="Footer Placeholder 4">
            <a:extLst>
              <a:ext uri="{FF2B5EF4-FFF2-40B4-BE49-F238E27FC236}">
                <a16:creationId xmlns:a16="http://schemas.microsoft.com/office/drawing/2014/main" id="{0D3B14AD-C0C8-6663-E0C7-1AAF7B63E4F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19DA39EF-2DDE-9002-F716-F77A6113DF3D}"/>
              </a:ext>
            </a:extLst>
          </p:cNvPr>
          <p:cNvSpPr>
            <a:spLocks noGrp="1"/>
          </p:cNvSpPr>
          <p:nvPr>
            <p:ph type="sldNum" sz="quarter" idx="12"/>
          </p:nvPr>
        </p:nvSpPr>
        <p:spPr/>
        <p:txBody>
          <a:bodyPr/>
          <a:lstStyle/>
          <a:p>
            <a:fld id="{B961B71F-4B40-8942-BB88-E0F5C0B46E10}" type="slidenum">
              <a:rPr lang="en-US" smtClean="0"/>
              <a:t>7</a:t>
            </a:fld>
            <a:endParaRPr lang="en-US"/>
          </a:p>
        </p:txBody>
      </p:sp>
      <p:sp>
        <p:nvSpPr>
          <p:cNvPr id="4" name="Content Placeholder 3">
            <a:extLst>
              <a:ext uri="{FF2B5EF4-FFF2-40B4-BE49-F238E27FC236}">
                <a16:creationId xmlns:a16="http://schemas.microsoft.com/office/drawing/2014/main" id="{A105A205-0B24-5585-AD3A-14F0657A956C}"/>
              </a:ext>
            </a:extLst>
          </p:cNvPr>
          <p:cNvSpPr>
            <a:spLocks noGrp="1"/>
          </p:cNvSpPr>
          <p:nvPr>
            <p:ph idx="1"/>
          </p:nvPr>
        </p:nvSpPr>
        <p:spPr/>
        <p:txBody>
          <a:bodyPr/>
          <a:lstStyle/>
          <a:p>
            <a:r>
              <a:rPr lang="en-US" dirty="0"/>
              <a:t>The proposed Blood Bank Management System provides a centralized platform for managing the complete blood bank process. It maintains organized records of donors, blood groups, blood units, requests, and users.</a:t>
            </a:r>
          </a:p>
          <a:p>
            <a:r>
              <a:rPr lang="en-US" dirty="0"/>
              <a:t>The system allows authorized users to add and manage donor information, monitor blood stock, check blood availability, process blood requests, and update records whenever changes occur. This provides a more organized and reliable way of managing blood bank operations while reducing dependency on manual record keeping.</a:t>
            </a:r>
          </a:p>
          <a:p>
            <a:endParaRPr lang="en-US" dirty="0"/>
          </a:p>
        </p:txBody>
      </p:sp>
    </p:spTree>
    <p:extLst>
      <p:ext uri="{BB962C8B-B14F-4D97-AF65-F5344CB8AC3E}">
        <p14:creationId xmlns:p14="http://schemas.microsoft.com/office/powerpoint/2010/main" val="39498318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2553A8-3533-6CAA-B371-DE8FA0254E7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45B2015-9851-BB00-C9BE-D0201418CFFF}"/>
              </a:ext>
            </a:extLst>
          </p:cNvPr>
          <p:cNvSpPr>
            <a:spLocks noGrp="1"/>
          </p:cNvSpPr>
          <p:nvPr>
            <p:ph type="title"/>
          </p:nvPr>
        </p:nvSpPr>
        <p:spPr/>
        <p:txBody>
          <a:bodyPr>
            <a:normAutofit/>
          </a:bodyPr>
          <a:lstStyle/>
          <a:p>
            <a:pPr algn="ctr"/>
            <a:r>
              <a:rPr lang="en-IN" sz="3600" b="1" dirty="0">
                <a:solidFill>
                  <a:srgbClr val="0070C0"/>
                </a:solidFill>
              </a:rPr>
              <a:t>Objectives </a:t>
            </a:r>
            <a:endParaRPr lang="en-IN" sz="3600" dirty="0">
              <a:solidFill>
                <a:srgbClr val="0070C0"/>
              </a:solidFill>
            </a:endParaRPr>
          </a:p>
        </p:txBody>
      </p:sp>
      <p:sp>
        <p:nvSpPr>
          <p:cNvPr id="5" name="Footer Placeholder 4">
            <a:extLst>
              <a:ext uri="{FF2B5EF4-FFF2-40B4-BE49-F238E27FC236}">
                <a16:creationId xmlns:a16="http://schemas.microsoft.com/office/drawing/2014/main" id="{616106D5-4F08-32F7-69CA-DA0983824FDF}"/>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F5C2EE72-0990-73F7-3A95-5511C5AA0B2D}"/>
              </a:ext>
            </a:extLst>
          </p:cNvPr>
          <p:cNvSpPr>
            <a:spLocks noGrp="1"/>
          </p:cNvSpPr>
          <p:nvPr>
            <p:ph type="sldNum" sz="quarter" idx="12"/>
          </p:nvPr>
        </p:nvSpPr>
        <p:spPr/>
        <p:txBody>
          <a:bodyPr/>
          <a:lstStyle/>
          <a:p>
            <a:fld id="{B961B71F-4B40-8942-BB88-E0F5C0B46E10}" type="slidenum">
              <a:rPr lang="en-US" smtClean="0"/>
              <a:t>8</a:t>
            </a:fld>
            <a:endParaRPr lang="en-US"/>
          </a:p>
        </p:txBody>
      </p:sp>
      <p:sp>
        <p:nvSpPr>
          <p:cNvPr id="4" name="Content Placeholder 3">
            <a:extLst>
              <a:ext uri="{FF2B5EF4-FFF2-40B4-BE49-F238E27FC236}">
                <a16:creationId xmlns:a16="http://schemas.microsoft.com/office/drawing/2014/main" id="{D440F2FD-B824-35C5-9EAA-5AF510938C36}"/>
              </a:ext>
            </a:extLst>
          </p:cNvPr>
          <p:cNvSpPr>
            <a:spLocks noGrp="1"/>
          </p:cNvSpPr>
          <p:nvPr>
            <p:ph idx="1"/>
          </p:nvPr>
        </p:nvSpPr>
        <p:spPr>
          <a:xfrm>
            <a:off x="606005" y="1690688"/>
            <a:ext cx="10979989" cy="4486275"/>
          </a:xfrm>
        </p:spPr>
        <p:txBody>
          <a:bodyPr/>
          <a:lstStyle/>
          <a:p>
            <a:r>
              <a:rPr lang="en-US" dirty="0"/>
              <a:t>To make blood bank management simple, organized, and efficient. </a:t>
            </a:r>
          </a:p>
          <a:p>
            <a:r>
              <a:rPr lang="en-US" dirty="0"/>
              <a:t>To maintain accurate and updated information about donors and blood availability. </a:t>
            </a:r>
          </a:p>
          <a:p>
            <a:r>
              <a:rPr lang="en-US" dirty="0"/>
              <a:t>To help staff quickly identify the required blood group and available units. </a:t>
            </a:r>
          </a:p>
          <a:p>
            <a:r>
              <a:rPr lang="en-US" dirty="0"/>
              <a:t>To make blood request and donor management easier. </a:t>
            </a:r>
          </a:p>
          <a:p>
            <a:r>
              <a:rPr lang="en-US" dirty="0"/>
              <a:t>To reduce manual work, errors, and loss of important records. </a:t>
            </a:r>
          </a:p>
          <a:p>
            <a:r>
              <a:rPr lang="en-US" dirty="0"/>
              <a:t>To improve the overall speed and efficiency of blood bank operations. </a:t>
            </a:r>
          </a:p>
          <a:p>
            <a:endParaRPr lang="en-US" dirty="0"/>
          </a:p>
        </p:txBody>
      </p:sp>
    </p:spTree>
    <p:extLst>
      <p:ext uri="{BB962C8B-B14F-4D97-AF65-F5344CB8AC3E}">
        <p14:creationId xmlns:p14="http://schemas.microsoft.com/office/powerpoint/2010/main" val="24020797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58DD9E-3140-C8D7-7B5D-CC49F46FC8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CB00C3-D3DF-DFDA-1E2B-1C77C27D1C12}"/>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0EE9F710-1977-403B-D466-331E5E961208}"/>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B6F96857-D08F-3504-B252-E1C47BE896AC}"/>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9" name="Content Placeholder 8">
            <a:extLst>
              <a:ext uri="{FF2B5EF4-FFF2-40B4-BE49-F238E27FC236}">
                <a16:creationId xmlns:a16="http://schemas.microsoft.com/office/drawing/2014/main" id="{BA6FC7D3-733F-0AE3-F7AF-4A5C16DDDB5A}"/>
              </a:ext>
            </a:extLst>
          </p:cNvPr>
          <p:cNvPicPr>
            <a:picLocks noGrp="1" noChangeAspect="1"/>
          </p:cNvPicPr>
          <p:nvPr>
            <p:ph idx="1"/>
          </p:nvPr>
        </p:nvPicPr>
        <p:blipFill>
          <a:blip r:embed="rId3"/>
          <a:stretch>
            <a:fillRect/>
          </a:stretch>
        </p:blipFill>
        <p:spPr>
          <a:xfrm>
            <a:off x="41864" y="1348380"/>
            <a:ext cx="12150136" cy="5509620"/>
          </a:xfrm>
          <a:prstGeom prst="rect">
            <a:avLst/>
          </a:prstGeom>
        </p:spPr>
      </p:pic>
    </p:spTree>
    <p:extLst>
      <p:ext uri="{BB962C8B-B14F-4D97-AF65-F5344CB8AC3E}">
        <p14:creationId xmlns:p14="http://schemas.microsoft.com/office/powerpoint/2010/main" val="19287520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E377E-B28A-2AB9-1E52-312C1B6D0BD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0CE29-8CD2-1FFC-0567-2D18CBDB16C4}"/>
              </a:ext>
            </a:extLst>
          </p:cNvPr>
          <p:cNvSpPr>
            <a:spLocks noGrp="1"/>
          </p:cNvSpPr>
          <p:nvPr>
            <p:ph type="title"/>
          </p:nvPr>
        </p:nvSpPr>
        <p:spPr/>
        <p:txBody>
          <a:bodyPr>
            <a:normAutofit/>
          </a:bodyPr>
          <a:lstStyle/>
          <a:p>
            <a:pPr algn="ctr"/>
            <a:r>
              <a:rPr lang="en-IN" sz="3600" b="1" dirty="0">
                <a:solidFill>
                  <a:srgbClr val="0070C0"/>
                </a:solidFill>
              </a:rPr>
              <a:t>Modules</a:t>
            </a:r>
            <a:endParaRPr lang="en-IN" sz="3600" dirty="0">
              <a:solidFill>
                <a:srgbClr val="0070C0"/>
              </a:solidFill>
            </a:endParaRPr>
          </a:p>
        </p:txBody>
      </p:sp>
      <p:sp>
        <p:nvSpPr>
          <p:cNvPr id="5" name="Footer Placeholder 4">
            <a:extLst>
              <a:ext uri="{FF2B5EF4-FFF2-40B4-BE49-F238E27FC236}">
                <a16:creationId xmlns:a16="http://schemas.microsoft.com/office/drawing/2014/main" id="{CDFE5840-59B4-6944-E4BB-E2BB1AD677B3}"/>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8FB9982D-9C14-E702-5AE1-C9030BFD26B0}"/>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7" name="Content Placeholder 6">
            <a:extLst>
              <a:ext uri="{FF2B5EF4-FFF2-40B4-BE49-F238E27FC236}">
                <a16:creationId xmlns:a16="http://schemas.microsoft.com/office/drawing/2014/main" id="{8A58391E-3B15-71E8-ACCB-1DEADE2C424A}"/>
              </a:ext>
            </a:extLst>
          </p:cNvPr>
          <p:cNvPicPr>
            <a:picLocks noGrp="1" noChangeAspect="1"/>
          </p:cNvPicPr>
          <p:nvPr>
            <p:ph idx="1"/>
          </p:nvPr>
        </p:nvPicPr>
        <p:blipFill>
          <a:blip r:embed="rId3"/>
          <a:stretch>
            <a:fillRect/>
          </a:stretch>
        </p:blipFill>
        <p:spPr>
          <a:xfrm>
            <a:off x="143219" y="1483743"/>
            <a:ext cx="11792671" cy="5237731"/>
          </a:xfrm>
          <a:prstGeom prst="rect">
            <a:avLst/>
          </a:prstGeom>
        </p:spPr>
      </p:pic>
    </p:spTree>
    <p:extLst>
      <p:ext uri="{BB962C8B-B14F-4D97-AF65-F5344CB8AC3E}">
        <p14:creationId xmlns:p14="http://schemas.microsoft.com/office/powerpoint/2010/main" val="10630771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80D793-788A-0BBE-1A25-0D6B7B4B43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7695C-2E9D-0BEB-6476-FC1A6852DA62}"/>
              </a:ext>
            </a:extLst>
          </p:cNvPr>
          <p:cNvSpPr>
            <a:spLocks noGrp="1"/>
          </p:cNvSpPr>
          <p:nvPr>
            <p:ph type="title"/>
          </p:nvPr>
        </p:nvSpPr>
        <p:spPr/>
        <p:txBody>
          <a:bodyPr>
            <a:normAutofit/>
          </a:bodyPr>
          <a:lstStyle/>
          <a:p>
            <a:pPr algn="ctr"/>
            <a:r>
              <a:rPr lang="en-IN" sz="3200" b="1" dirty="0">
                <a:solidFill>
                  <a:srgbClr val="0070C0"/>
                </a:solidFill>
              </a:rPr>
              <a:t>SOFTWARE REQUIREMENTS </a:t>
            </a:r>
            <a:endParaRPr lang="en-IN" sz="3200" dirty="0">
              <a:solidFill>
                <a:srgbClr val="0070C0"/>
              </a:solidFill>
            </a:endParaRPr>
          </a:p>
        </p:txBody>
      </p:sp>
      <p:sp>
        <p:nvSpPr>
          <p:cNvPr id="5" name="Footer Placeholder 4">
            <a:extLst>
              <a:ext uri="{FF2B5EF4-FFF2-40B4-BE49-F238E27FC236}">
                <a16:creationId xmlns:a16="http://schemas.microsoft.com/office/drawing/2014/main" id="{2D729F55-DE57-8408-42F6-4E0FBAB3050A}"/>
              </a:ext>
            </a:extLst>
          </p:cNvPr>
          <p:cNvSpPr>
            <a:spLocks noGrp="1"/>
          </p:cNvSpPr>
          <p:nvPr>
            <p:ph type="ftr" sz="quarter" idx="11"/>
          </p:nvPr>
        </p:nvSpPr>
        <p:spPr/>
        <p:txBody>
          <a:bodyPr/>
          <a:lstStyle/>
          <a:p>
            <a:r>
              <a:rPr lang="en-US" dirty="0"/>
              <a:t>         </a:t>
            </a:r>
          </a:p>
        </p:txBody>
      </p:sp>
      <p:sp>
        <p:nvSpPr>
          <p:cNvPr id="6" name="Slide Number Placeholder 5">
            <a:extLst>
              <a:ext uri="{FF2B5EF4-FFF2-40B4-BE49-F238E27FC236}">
                <a16:creationId xmlns:a16="http://schemas.microsoft.com/office/drawing/2014/main" id="{33623B38-760E-3758-6704-655E2B69F64B}"/>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7" name="Content Placeholder 6">
            <a:extLst>
              <a:ext uri="{FF2B5EF4-FFF2-40B4-BE49-F238E27FC236}">
                <a16:creationId xmlns:a16="http://schemas.microsoft.com/office/drawing/2014/main" id="{59ABE4C4-D634-18C4-856A-E78BA03798C7}"/>
              </a:ext>
            </a:extLst>
          </p:cNvPr>
          <p:cNvPicPr>
            <a:picLocks noGrp="1" noChangeAspect="1"/>
          </p:cNvPicPr>
          <p:nvPr>
            <p:ph idx="1"/>
          </p:nvPr>
        </p:nvPicPr>
        <p:blipFill>
          <a:blip r:embed="rId3"/>
          <a:stretch>
            <a:fillRect/>
          </a:stretch>
        </p:blipFill>
        <p:spPr>
          <a:xfrm>
            <a:off x="1" y="1497487"/>
            <a:ext cx="11887200" cy="5360513"/>
          </a:xfrm>
          <a:prstGeom prst="rect">
            <a:avLst/>
          </a:prstGeom>
        </p:spPr>
      </p:pic>
    </p:spTree>
    <p:extLst>
      <p:ext uri="{BB962C8B-B14F-4D97-AF65-F5344CB8AC3E}">
        <p14:creationId xmlns:p14="http://schemas.microsoft.com/office/powerpoint/2010/main" val="109896865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5F8C2-111B-5352-5128-7126DF285DA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B54D73-0C98-1BCC-AF71-A634817E2D28}"/>
              </a:ext>
            </a:extLst>
          </p:cNvPr>
          <p:cNvSpPr>
            <a:spLocks noGrp="1"/>
          </p:cNvSpPr>
          <p:nvPr>
            <p:ph type="title"/>
          </p:nvPr>
        </p:nvSpPr>
        <p:spPr>
          <a:xfrm>
            <a:off x="2400869" y="283266"/>
            <a:ext cx="6564573" cy="805366"/>
          </a:xfrm>
        </p:spPr>
        <p:txBody>
          <a:bodyPr anchor="ctr">
            <a:noAutofit/>
          </a:bodyPr>
          <a:lstStyle/>
          <a:p>
            <a:r>
              <a:rPr lang="en-US" sz="3600" b="1" dirty="0">
                <a:solidFill>
                  <a:srgbClr val="0070C0"/>
                </a:solidFill>
              </a:rPr>
              <a:t>CONCLUSION AND FUTURE SCOPE</a:t>
            </a:r>
            <a:endParaRPr lang="en-US" sz="4000" b="1" dirty="0">
              <a:solidFill>
                <a:srgbClr val="0070C0"/>
              </a:solidFill>
            </a:endParaRPr>
          </a:p>
        </p:txBody>
      </p:sp>
      <p:sp>
        <p:nvSpPr>
          <p:cNvPr id="13" name="Slide Number Placeholder 5">
            <a:extLst>
              <a:ext uri="{FF2B5EF4-FFF2-40B4-BE49-F238E27FC236}">
                <a16:creationId xmlns:a16="http://schemas.microsoft.com/office/drawing/2014/main" id="{2DA0B0B4-0323-82D4-C481-9A75F01F0480}"/>
              </a:ext>
            </a:extLst>
          </p:cNvPr>
          <p:cNvSpPr>
            <a:spLocks noGrp="1"/>
          </p:cNvSpPr>
          <p:nvPr>
            <p:ph type="sldNum" sz="quarter" idx="12"/>
          </p:nvPr>
        </p:nvSpPr>
        <p:spPr>
          <a:xfrm>
            <a:off x="8610600" y="6356350"/>
            <a:ext cx="2743200" cy="365125"/>
          </a:xfrm>
        </p:spPr>
        <p:txBody>
          <a:bodyPr/>
          <a:lstStyle/>
          <a:p>
            <a:pPr>
              <a:spcAft>
                <a:spcPts val="600"/>
              </a:spcAft>
            </a:pPr>
            <a:fld id="{B961B71F-4B40-8942-BB88-E0F5C0B46E10}" type="slidenum">
              <a:rPr lang="en-US" smtClean="0"/>
              <a:pPr>
                <a:spcAft>
                  <a:spcPts val="600"/>
                </a:spcAft>
              </a:pPr>
              <a:t>12</a:t>
            </a:fld>
            <a:endParaRPr lang="en-US" dirty="0"/>
          </a:p>
        </p:txBody>
      </p:sp>
      <p:sp>
        <p:nvSpPr>
          <p:cNvPr id="4" name="TextBox 3">
            <a:extLst>
              <a:ext uri="{FF2B5EF4-FFF2-40B4-BE49-F238E27FC236}">
                <a16:creationId xmlns:a16="http://schemas.microsoft.com/office/drawing/2014/main" id="{F02BA7A4-37C2-E0E0-270D-6C81461A420A}"/>
              </a:ext>
            </a:extLst>
          </p:cNvPr>
          <p:cNvSpPr txBox="1"/>
          <p:nvPr/>
        </p:nvSpPr>
        <p:spPr>
          <a:xfrm>
            <a:off x="649995" y="1255923"/>
            <a:ext cx="10591367" cy="5262979"/>
          </a:xfrm>
          <a:prstGeom prst="rect">
            <a:avLst/>
          </a:prstGeom>
          <a:noFill/>
        </p:spPr>
        <p:txBody>
          <a:bodyPr wrap="square">
            <a:spAutoFit/>
          </a:bodyPr>
          <a:lstStyle/>
          <a:p>
            <a:pPr>
              <a:buNone/>
            </a:pPr>
            <a:r>
              <a:rPr lang="en-US" sz="2800" b="1" dirty="0"/>
              <a:t>Conclusion :</a:t>
            </a:r>
          </a:p>
          <a:p>
            <a:pPr>
              <a:buFont typeface="Arial" panose="020B0604020202020204" pitchFamily="34" charset="0"/>
              <a:buChar char="•"/>
            </a:pPr>
            <a:r>
              <a:rPr lang="en-US" sz="2800" dirty="0"/>
              <a:t>Provides an organized platform for managing blood bank activities. </a:t>
            </a:r>
          </a:p>
          <a:p>
            <a:pPr>
              <a:buFont typeface="Arial" panose="020B0604020202020204" pitchFamily="34" charset="0"/>
              <a:buChar char="•"/>
            </a:pPr>
            <a:r>
              <a:rPr lang="en-US" sz="2800" dirty="0"/>
              <a:t>Simplifies handling of donor, blood stock, and request information. </a:t>
            </a:r>
          </a:p>
          <a:p>
            <a:pPr>
              <a:buFont typeface="Arial" panose="020B0604020202020204" pitchFamily="34" charset="0"/>
              <a:buChar char="•"/>
            </a:pPr>
            <a:r>
              <a:rPr lang="en-US" sz="2800" dirty="0"/>
              <a:t>Reduces manual record keeping and improves accessibility. </a:t>
            </a:r>
          </a:p>
          <a:p>
            <a:pPr>
              <a:buFont typeface="Arial" panose="020B0604020202020204" pitchFamily="34" charset="0"/>
              <a:buChar char="•"/>
            </a:pPr>
            <a:r>
              <a:rPr lang="en-US" sz="2800" dirty="0"/>
              <a:t>Supports faster and smoother blood bank operations. </a:t>
            </a:r>
          </a:p>
          <a:p>
            <a:pPr>
              <a:buNone/>
            </a:pPr>
            <a:r>
              <a:rPr lang="en-US" sz="2800" b="1" dirty="0"/>
              <a:t>Future Scope :</a:t>
            </a:r>
          </a:p>
          <a:p>
            <a:pPr>
              <a:buFont typeface="Arial" panose="020B0604020202020204" pitchFamily="34" charset="0"/>
              <a:buChar char="•"/>
            </a:pPr>
            <a:r>
              <a:rPr lang="en-US" sz="2800" dirty="0"/>
              <a:t>Emergency alerts for urgent blood requirements. </a:t>
            </a:r>
          </a:p>
          <a:p>
            <a:pPr>
              <a:buFont typeface="Arial" panose="020B0604020202020204" pitchFamily="34" charset="0"/>
              <a:buChar char="•"/>
            </a:pPr>
            <a:r>
              <a:rPr lang="en-US" sz="2800" dirty="0"/>
              <a:t>Donor appointment scheduling and reminders. </a:t>
            </a:r>
          </a:p>
          <a:p>
            <a:pPr>
              <a:buFont typeface="Arial" panose="020B0604020202020204" pitchFamily="34" charset="0"/>
              <a:buChar char="•"/>
            </a:pPr>
            <a:r>
              <a:rPr lang="en-US" sz="2800" dirty="0"/>
              <a:t>Tracking of donor donation history. </a:t>
            </a:r>
          </a:p>
          <a:p>
            <a:pPr>
              <a:buFont typeface="Arial" panose="020B0604020202020204" pitchFamily="34" charset="0"/>
              <a:buChar char="•"/>
            </a:pPr>
            <a:r>
              <a:rPr lang="en-US" sz="2800" dirty="0"/>
              <a:t>Blood expiry monitoring to reduce wastage. </a:t>
            </a:r>
          </a:p>
          <a:p>
            <a:pPr>
              <a:buFont typeface="Arial" panose="020B0604020202020204" pitchFamily="34" charset="0"/>
              <a:buChar char="•"/>
            </a:pPr>
            <a:r>
              <a:rPr lang="en-US" sz="2800" dirty="0"/>
              <a:t>Blood demand and availability reports. </a:t>
            </a:r>
          </a:p>
          <a:p>
            <a:pPr>
              <a:buFont typeface="Arial" panose="020B0604020202020204" pitchFamily="34" charset="0"/>
              <a:buChar char="•"/>
            </a:pPr>
            <a:r>
              <a:rPr lang="en-US" sz="2800" dirty="0"/>
              <a:t>Connecting multiple blood banks and hospitals.</a:t>
            </a:r>
          </a:p>
        </p:txBody>
      </p:sp>
    </p:spTree>
    <p:extLst>
      <p:ext uri="{BB962C8B-B14F-4D97-AF65-F5344CB8AC3E}">
        <p14:creationId xmlns:p14="http://schemas.microsoft.com/office/powerpoint/2010/main" val="174900945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a:extLst>
              <a:ext uri="{FF2B5EF4-FFF2-40B4-BE49-F238E27FC236}">
                <a16:creationId xmlns:a16="http://schemas.microsoft.com/office/drawing/2014/main" id="{0BAA4F36-AB00-F2C4-B47F-6381355DE604}"/>
              </a:ext>
            </a:extLst>
          </p:cNvPr>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b="1" dirty="0">
                <a:solidFill>
                  <a:srgbClr val="0070C0"/>
                </a:solidFill>
              </a:rPr>
              <a:t>THANK YOU</a:t>
            </a:r>
          </a:p>
        </p:txBody>
      </p:sp>
      <p:sp>
        <p:nvSpPr>
          <p:cNvPr id="7" name="Slide Number Placeholder 6">
            <a:extLst>
              <a:ext uri="{FF2B5EF4-FFF2-40B4-BE49-F238E27FC236}">
                <a16:creationId xmlns:a16="http://schemas.microsoft.com/office/drawing/2014/main" id="{5F827BAA-7E22-F268-D9DC-5E17D9155237}"/>
              </a:ext>
            </a:extLst>
          </p:cNvPr>
          <p:cNvSpPr>
            <a:spLocks noGrp="1"/>
          </p:cNvSpPr>
          <p:nvPr>
            <p:ph type="sldNum" sz="quarter" idx="12"/>
          </p:nvPr>
        </p:nvSpPr>
        <p:spPr/>
        <p:txBody>
          <a:bodyPr/>
          <a:lstStyle/>
          <a:p>
            <a:fld id="{B961B71F-4B40-8942-BB88-E0F5C0B46E10}" type="slidenum">
              <a:rPr lang="en-US" smtClean="0"/>
              <a:t>13</a:t>
            </a:fld>
            <a:endParaRPr lang="en-US"/>
          </a:p>
        </p:txBody>
      </p:sp>
    </p:spTree>
    <p:extLst>
      <p:ext uri="{BB962C8B-B14F-4D97-AF65-F5344CB8AC3E}">
        <p14:creationId xmlns:p14="http://schemas.microsoft.com/office/powerpoint/2010/main" val="421395820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8310</TotalTime>
  <Words>798</Words>
  <Application>Microsoft Office PowerPoint</Application>
  <PresentationFormat>Widescreen</PresentationFormat>
  <Paragraphs>117</Paragraphs>
  <Slides>13</Slides>
  <Notes>11</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Calibri</vt:lpstr>
      <vt:lpstr>Calibri Light</vt:lpstr>
      <vt:lpstr>Cambria</vt:lpstr>
      <vt:lpstr>Office Theme</vt:lpstr>
      <vt:lpstr>Custom Design</vt:lpstr>
      <vt:lpstr>                               1st  REVIEW BLOOD BANK MANAGEMENT SYSTEM  </vt:lpstr>
      <vt:lpstr>GROUP NUMBER:1</vt:lpstr>
      <vt:lpstr>ABSTRACT</vt:lpstr>
      <vt:lpstr>INTRDOUCTION</vt:lpstr>
      <vt:lpstr>EXISTING SYSTEM</vt:lpstr>
      <vt:lpstr>PROBLEM</vt:lpstr>
      <vt:lpstr>SOLUTION(Contribution)</vt:lpstr>
      <vt:lpstr>Objectives </vt:lpstr>
      <vt:lpstr>Modules</vt:lpstr>
      <vt:lpstr>Modules</vt:lpstr>
      <vt:lpstr>SOFTWARE REQUIREMENTS </vt:lpstr>
      <vt:lpstr>CONCLUSION AND FUTURE SCOPE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SHAHANA BANO</dc:creator>
  <cp:lastModifiedBy>vida Reddy</cp:lastModifiedBy>
  <cp:revision>95</cp:revision>
  <dcterms:created xsi:type="dcterms:W3CDTF">2022-05-20T10:20:31Z</dcterms:created>
  <dcterms:modified xsi:type="dcterms:W3CDTF">2026-08-17T05:33:00Z</dcterms:modified>
</cp:coreProperties>
</file>